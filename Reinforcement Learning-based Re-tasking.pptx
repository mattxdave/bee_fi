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2"/>
  </p:notesMasterIdLst>
  <p:sldIdLst>
    <p:sldId id="277" r:id="rId5"/>
    <p:sldId id="276" r:id="rId6"/>
    <p:sldId id="268" r:id="rId7"/>
    <p:sldId id="269" r:id="rId8"/>
    <p:sldId id="270" r:id="rId9"/>
    <p:sldId id="271" r:id="rId10"/>
    <p:sldId id="272"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8C28343-A867-F3FF-B2B4-7DBFD328D565}" v="1" dt="2025-11-03T22:30:22.35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5730" autoAdjust="0"/>
    <p:restoredTop sz="64781" autoAdjust="0"/>
  </p:normalViewPr>
  <p:slideViewPr>
    <p:cSldViewPr snapToGrid="0">
      <p:cViewPr varScale="1">
        <p:scale>
          <a:sx n="63" d="100"/>
          <a:sy n="63" d="100"/>
        </p:scale>
        <p:origin x="1882" y="5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8024F63-125F-4D3C-9366-D4F765BBE365}" type="doc">
      <dgm:prSet loTypeId="urn:microsoft.com/office/officeart/2016/7/layout/BasicTimeline" loCatId="process" qsTypeId="urn:microsoft.com/office/officeart/2005/8/quickstyle/simple1" qsCatId="simple" csTypeId="urn:microsoft.com/office/officeart/2005/8/colors/accent1_2" csCatId="accent1" phldr="1"/>
      <dgm:spPr/>
      <dgm:t>
        <a:bodyPr/>
        <a:lstStyle/>
        <a:p>
          <a:endParaRPr lang="en-US"/>
        </a:p>
      </dgm:t>
    </dgm:pt>
    <dgm:pt modelId="{4D09B7D1-E0B0-47D4-BD28-3F46C65209F7}">
      <dgm:prSet/>
      <dgm:spPr/>
      <dgm:t>
        <a:bodyPr/>
        <a:lstStyle/>
        <a:p>
          <a:pPr>
            <a:defRPr b="1"/>
          </a:pPr>
          <a:r>
            <a:rPr lang="en-US"/>
            <a:t>28 Sep. 2017</a:t>
          </a:r>
        </a:p>
      </dgm:t>
    </dgm:pt>
    <dgm:pt modelId="{5B3A3CB9-05A6-4739-A690-FB3A54E0AD0A}" type="parTrans" cxnId="{5F9E7B75-C685-4AA2-8AA3-B4B81E864FA9}">
      <dgm:prSet/>
      <dgm:spPr/>
      <dgm:t>
        <a:bodyPr/>
        <a:lstStyle/>
        <a:p>
          <a:endParaRPr lang="en-US"/>
        </a:p>
      </dgm:t>
    </dgm:pt>
    <dgm:pt modelId="{001826A4-77B8-4773-9ABA-0D5C9985BFDC}" type="sibTrans" cxnId="{5F9E7B75-C685-4AA2-8AA3-B4B81E864FA9}">
      <dgm:prSet/>
      <dgm:spPr/>
      <dgm:t>
        <a:bodyPr/>
        <a:lstStyle/>
        <a:p>
          <a:endParaRPr lang="en-US"/>
        </a:p>
      </dgm:t>
    </dgm:pt>
    <dgm:pt modelId="{AF0612FB-6572-418D-BCE1-CD70929C5350}">
      <dgm:prSet/>
      <dgm:spPr/>
      <dgm:t>
        <a:bodyPr/>
        <a:lstStyle/>
        <a:p>
          <a:r>
            <a:rPr lang="en-US"/>
            <a:t>Behavior Oriented Intelligence, Kenneth M’Bale</a:t>
          </a:r>
        </a:p>
      </dgm:t>
    </dgm:pt>
    <dgm:pt modelId="{5D668234-3DEF-41B9-B2F2-EF11F1435849}" type="parTrans" cxnId="{43F2FA88-B78F-42C7-BE99-B7A94115058A}">
      <dgm:prSet/>
      <dgm:spPr/>
      <dgm:t>
        <a:bodyPr/>
        <a:lstStyle/>
        <a:p>
          <a:endParaRPr lang="en-US"/>
        </a:p>
      </dgm:t>
    </dgm:pt>
    <dgm:pt modelId="{408E6994-ECDD-4206-BED3-C5D98061675A}" type="sibTrans" cxnId="{43F2FA88-B78F-42C7-BE99-B7A94115058A}">
      <dgm:prSet/>
      <dgm:spPr/>
      <dgm:t>
        <a:bodyPr/>
        <a:lstStyle/>
        <a:p>
          <a:endParaRPr lang="en-US"/>
        </a:p>
      </dgm:t>
    </dgm:pt>
    <dgm:pt modelId="{FA252EAB-74E9-4D08-BF76-1A4641606E09}">
      <dgm:prSet/>
      <dgm:spPr/>
      <dgm:t>
        <a:bodyPr/>
        <a:lstStyle/>
        <a:p>
          <a:pPr>
            <a:defRPr b="1"/>
          </a:pPr>
          <a:r>
            <a:rPr lang="en-US"/>
            <a:t>12 May 2020</a:t>
          </a:r>
        </a:p>
      </dgm:t>
    </dgm:pt>
    <dgm:pt modelId="{07C5B952-861E-443F-9CC2-AE25C8C39237}" type="parTrans" cxnId="{BA366BAE-769E-4DC3-9B51-E8FE206D26CF}">
      <dgm:prSet/>
      <dgm:spPr/>
      <dgm:t>
        <a:bodyPr/>
        <a:lstStyle/>
        <a:p>
          <a:endParaRPr lang="en-US"/>
        </a:p>
      </dgm:t>
    </dgm:pt>
    <dgm:pt modelId="{E29FCCF9-91E6-4B48-9A8C-91CE252293F7}" type="sibTrans" cxnId="{BA366BAE-769E-4DC3-9B51-E8FE206D26CF}">
      <dgm:prSet/>
      <dgm:spPr/>
      <dgm:t>
        <a:bodyPr/>
        <a:lstStyle/>
        <a:p>
          <a:endParaRPr lang="en-US"/>
        </a:p>
      </dgm:t>
    </dgm:pt>
    <dgm:pt modelId="{7922B96D-1EFC-4622-9363-824B009748B1}">
      <dgm:prSet/>
      <dgm:spPr/>
      <dgm:t>
        <a:bodyPr/>
        <a:lstStyle/>
        <a:p>
          <a:r>
            <a:rPr lang="en-US"/>
            <a:t>A study on managing and explaining concept drift, Tagrid Alshalali</a:t>
          </a:r>
        </a:p>
      </dgm:t>
    </dgm:pt>
    <dgm:pt modelId="{D897F5EA-ADF9-4A47-96B8-103A5647DD54}" type="parTrans" cxnId="{9817D5D7-BB4E-4629-A878-B03D169E2C66}">
      <dgm:prSet/>
      <dgm:spPr/>
      <dgm:t>
        <a:bodyPr/>
        <a:lstStyle/>
        <a:p>
          <a:endParaRPr lang="en-US"/>
        </a:p>
      </dgm:t>
    </dgm:pt>
    <dgm:pt modelId="{A7E54FBB-DB0E-4F3C-A4AE-8E12F08FC8EE}" type="sibTrans" cxnId="{9817D5D7-BB4E-4629-A878-B03D169E2C66}">
      <dgm:prSet/>
      <dgm:spPr/>
      <dgm:t>
        <a:bodyPr/>
        <a:lstStyle/>
        <a:p>
          <a:endParaRPr lang="en-US"/>
        </a:p>
      </dgm:t>
    </dgm:pt>
    <dgm:pt modelId="{DE0E3E8E-DB2A-4387-A5BB-F92392C1E502}">
      <dgm:prSet/>
      <dgm:spPr/>
      <dgm:t>
        <a:bodyPr/>
        <a:lstStyle/>
        <a:p>
          <a:pPr>
            <a:defRPr b="1"/>
          </a:pPr>
          <a:r>
            <a:rPr lang="en-US"/>
            <a:t>5 Nov. 2020</a:t>
          </a:r>
        </a:p>
      </dgm:t>
    </dgm:pt>
    <dgm:pt modelId="{B2F5B06B-8BAB-4A0E-9E50-317D1377718E}" type="parTrans" cxnId="{8FC64269-2EA3-4FCC-A408-90E1846425D8}">
      <dgm:prSet/>
      <dgm:spPr/>
      <dgm:t>
        <a:bodyPr/>
        <a:lstStyle/>
        <a:p>
          <a:endParaRPr lang="en-US"/>
        </a:p>
      </dgm:t>
    </dgm:pt>
    <dgm:pt modelId="{A0A81F29-C17B-4B4C-8881-E668739AE836}" type="sibTrans" cxnId="{8FC64269-2EA3-4FCC-A408-90E1846425D8}">
      <dgm:prSet/>
      <dgm:spPr/>
      <dgm:t>
        <a:bodyPr/>
        <a:lstStyle/>
        <a:p>
          <a:endParaRPr lang="en-US"/>
        </a:p>
      </dgm:t>
    </dgm:pt>
    <dgm:pt modelId="{48154DB1-476F-4319-95DB-08E69AA37014}">
      <dgm:prSet/>
      <dgm:spPr/>
      <dgm:t>
        <a:bodyPr/>
        <a:lstStyle/>
        <a:p>
          <a:r>
            <a:rPr lang="en-US"/>
            <a:t>One-shot adaptive classification in dynamic environments: A study using radio frequency waveforms, Marvin Conn</a:t>
          </a:r>
        </a:p>
      </dgm:t>
    </dgm:pt>
    <dgm:pt modelId="{6E5E6813-6308-4377-A1D8-3FA7E1CF89E4}" type="parTrans" cxnId="{3ECCA80F-24B8-488B-8516-C011029781CD}">
      <dgm:prSet/>
      <dgm:spPr/>
      <dgm:t>
        <a:bodyPr/>
        <a:lstStyle/>
        <a:p>
          <a:endParaRPr lang="en-US"/>
        </a:p>
      </dgm:t>
    </dgm:pt>
    <dgm:pt modelId="{12E75B15-BB1D-4D40-979D-86411F2616DF}" type="sibTrans" cxnId="{3ECCA80F-24B8-488B-8516-C011029781CD}">
      <dgm:prSet/>
      <dgm:spPr/>
      <dgm:t>
        <a:bodyPr/>
        <a:lstStyle/>
        <a:p>
          <a:endParaRPr lang="en-US"/>
        </a:p>
      </dgm:t>
    </dgm:pt>
    <dgm:pt modelId="{606F7D44-D068-4B27-ACEF-C6D7AB04F100}">
      <dgm:prSet/>
      <dgm:spPr/>
      <dgm:t>
        <a:bodyPr/>
        <a:lstStyle/>
        <a:p>
          <a:pPr>
            <a:defRPr b="1"/>
          </a:pPr>
          <a:r>
            <a:rPr lang="en-US"/>
            <a:t>28 Sep. 2021</a:t>
          </a:r>
        </a:p>
      </dgm:t>
    </dgm:pt>
    <dgm:pt modelId="{7B19436B-71AB-4091-B3E2-CE28E4E327BA}" type="parTrans" cxnId="{0B128424-4454-48A2-9D38-C0F15D52103A}">
      <dgm:prSet/>
      <dgm:spPr/>
      <dgm:t>
        <a:bodyPr/>
        <a:lstStyle/>
        <a:p>
          <a:endParaRPr lang="en-US"/>
        </a:p>
      </dgm:t>
    </dgm:pt>
    <dgm:pt modelId="{E8A528B0-DE09-4B2B-A8A9-87953D5D7E18}" type="sibTrans" cxnId="{0B128424-4454-48A2-9D38-C0F15D52103A}">
      <dgm:prSet/>
      <dgm:spPr/>
      <dgm:t>
        <a:bodyPr/>
        <a:lstStyle/>
        <a:p>
          <a:endParaRPr lang="en-US"/>
        </a:p>
      </dgm:t>
    </dgm:pt>
    <dgm:pt modelId="{A4BEBC7E-FFEA-4F86-B5FE-34681A25B20D}">
      <dgm:prSet/>
      <dgm:spPr/>
      <dgm:t>
        <a:bodyPr/>
        <a:lstStyle/>
        <a:p>
          <a:r>
            <a:rPr lang="en-US"/>
            <a:t>Data Implantation – A novel method for handling dataset imbalance for rare events detection in machine learning, Francis Onodueze</a:t>
          </a:r>
        </a:p>
      </dgm:t>
    </dgm:pt>
    <dgm:pt modelId="{94EDADB5-6F17-4A79-AE66-014EE79E15F1}" type="parTrans" cxnId="{CBA09FCB-4A2F-4F5A-A78D-131471D78435}">
      <dgm:prSet/>
      <dgm:spPr/>
      <dgm:t>
        <a:bodyPr/>
        <a:lstStyle/>
        <a:p>
          <a:endParaRPr lang="en-US"/>
        </a:p>
      </dgm:t>
    </dgm:pt>
    <dgm:pt modelId="{5AE50DE8-28E1-4646-9E8E-9E5251E3D6D7}" type="sibTrans" cxnId="{CBA09FCB-4A2F-4F5A-A78D-131471D78435}">
      <dgm:prSet/>
      <dgm:spPr/>
      <dgm:t>
        <a:bodyPr/>
        <a:lstStyle/>
        <a:p>
          <a:endParaRPr lang="en-US"/>
        </a:p>
      </dgm:t>
    </dgm:pt>
    <dgm:pt modelId="{7FEEA5D3-B34F-437A-B3BC-889CB66F2285}">
      <dgm:prSet/>
      <dgm:spPr/>
      <dgm:t>
        <a:bodyPr/>
        <a:lstStyle/>
        <a:p>
          <a:pPr>
            <a:defRPr b="1"/>
          </a:pPr>
          <a:r>
            <a:rPr lang="en-US"/>
            <a:t>3 May 2022</a:t>
          </a:r>
        </a:p>
      </dgm:t>
    </dgm:pt>
    <dgm:pt modelId="{FBC3EFBD-9CBC-4118-8D94-0F4989D28853}" type="parTrans" cxnId="{90F246E3-4BC6-4401-A82C-A5283A24F823}">
      <dgm:prSet/>
      <dgm:spPr/>
      <dgm:t>
        <a:bodyPr/>
        <a:lstStyle/>
        <a:p>
          <a:endParaRPr lang="en-US"/>
        </a:p>
      </dgm:t>
    </dgm:pt>
    <dgm:pt modelId="{44469749-B117-45E7-A491-A061B9E94591}" type="sibTrans" cxnId="{90F246E3-4BC6-4401-A82C-A5283A24F823}">
      <dgm:prSet/>
      <dgm:spPr/>
      <dgm:t>
        <a:bodyPr/>
        <a:lstStyle/>
        <a:p>
          <a:endParaRPr lang="en-US"/>
        </a:p>
      </dgm:t>
    </dgm:pt>
    <dgm:pt modelId="{CF42F6B6-9C62-41CC-BE02-819F3748F14D}">
      <dgm:prSet/>
      <dgm:spPr/>
      <dgm:t>
        <a:bodyPr/>
        <a:lstStyle/>
        <a:p>
          <a:r>
            <a:rPr lang="en-US"/>
            <a:t>A two-level filter learner (TLFL): An approach to train predictive models for noisy datasets, Eman Allogmani</a:t>
          </a:r>
        </a:p>
      </dgm:t>
    </dgm:pt>
    <dgm:pt modelId="{CDE1A4F6-9CF6-4DD7-BE6C-CFB64DF59231}" type="parTrans" cxnId="{489A01FE-8B3F-41DE-BC33-8EEC19F1B46C}">
      <dgm:prSet/>
      <dgm:spPr/>
      <dgm:t>
        <a:bodyPr/>
        <a:lstStyle/>
        <a:p>
          <a:endParaRPr lang="en-US"/>
        </a:p>
      </dgm:t>
    </dgm:pt>
    <dgm:pt modelId="{00892272-CD0F-46A4-B9F7-CF1F5027850A}" type="sibTrans" cxnId="{489A01FE-8B3F-41DE-BC33-8EEC19F1B46C}">
      <dgm:prSet/>
      <dgm:spPr/>
      <dgm:t>
        <a:bodyPr/>
        <a:lstStyle/>
        <a:p>
          <a:endParaRPr lang="en-US"/>
        </a:p>
      </dgm:t>
    </dgm:pt>
    <dgm:pt modelId="{B187A502-6ACC-4933-9C4E-FFE1CE5ABF0A}">
      <dgm:prSet/>
      <dgm:spPr/>
      <dgm:t>
        <a:bodyPr/>
        <a:lstStyle/>
        <a:p>
          <a:pPr>
            <a:defRPr b="1"/>
          </a:pPr>
          <a:r>
            <a:rPr lang="en-US"/>
            <a:t>10 May 2023</a:t>
          </a:r>
        </a:p>
      </dgm:t>
    </dgm:pt>
    <dgm:pt modelId="{44294FF1-EBBE-4464-8487-08CFD68EC33E}" type="parTrans" cxnId="{F71099B1-C90C-460D-A20F-B2CC24951DF0}">
      <dgm:prSet/>
      <dgm:spPr/>
      <dgm:t>
        <a:bodyPr/>
        <a:lstStyle/>
        <a:p>
          <a:endParaRPr lang="en-US"/>
        </a:p>
      </dgm:t>
    </dgm:pt>
    <dgm:pt modelId="{9A1ED297-7AC4-4033-A007-0B9C35015000}" type="sibTrans" cxnId="{F71099B1-C90C-460D-A20F-B2CC24951DF0}">
      <dgm:prSet/>
      <dgm:spPr/>
      <dgm:t>
        <a:bodyPr/>
        <a:lstStyle/>
        <a:p>
          <a:endParaRPr lang="en-US"/>
        </a:p>
      </dgm:t>
    </dgm:pt>
    <dgm:pt modelId="{A295E2FF-0066-4ED4-8EC8-1A841AE4C27A}">
      <dgm:prSet/>
      <dgm:spPr/>
      <dgm:t>
        <a:bodyPr/>
        <a:lstStyle/>
        <a:p>
          <a:r>
            <a:rPr lang="en-US"/>
            <a:t>Long-Term Dependency Margin Maximization Model (LTDM3):</a:t>
          </a:r>
          <a:br>
            <a:rPr lang="en-US"/>
          </a:br>
          <a:r>
            <a:rPr lang="en-US"/>
            <a:t>Dealing with Concept Drift in Personalized Learning Systems, Bander Allogmany</a:t>
          </a:r>
        </a:p>
      </dgm:t>
    </dgm:pt>
    <dgm:pt modelId="{71437117-D359-4E82-9D30-EC06E4E8F0B1}" type="parTrans" cxnId="{5AD052BD-5AC3-406E-92FB-B789489A7230}">
      <dgm:prSet/>
      <dgm:spPr/>
      <dgm:t>
        <a:bodyPr/>
        <a:lstStyle/>
        <a:p>
          <a:endParaRPr lang="en-US"/>
        </a:p>
      </dgm:t>
    </dgm:pt>
    <dgm:pt modelId="{442D7969-A502-424C-BB6A-160EF31FC967}" type="sibTrans" cxnId="{5AD052BD-5AC3-406E-92FB-B789489A7230}">
      <dgm:prSet/>
      <dgm:spPr/>
      <dgm:t>
        <a:bodyPr/>
        <a:lstStyle/>
        <a:p>
          <a:endParaRPr lang="en-US"/>
        </a:p>
      </dgm:t>
    </dgm:pt>
    <dgm:pt modelId="{FC6DB92C-CD81-446C-9CEC-69C078E39BFB}" type="pres">
      <dgm:prSet presAssocID="{A8024F63-125F-4D3C-9366-D4F765BBE365}" presName="root" presStyleCnt="0">
        <dgm:presLayoutVars>
          <dgm:chMax/>
          <dgm:chPref/>
          <dgm:animLvl val="lvl"/>
        </dgm:presLayoutVars>
      </dgm:prSet>
      <dgm:spPr/>
    </dgm:pt>
    <dgm:pt modelId="{C4BD2430-6B93-49AC-B0C1-D3FAE5DD9839}" type="pres">
      <dgm:prSet presAssocID="{A8024F63-125F-4D3C-9366-D4F765BBE365}" presName="divider" presStyleLbl="fgAccFollowNode1" presStyleIdx="0" presStyleCnt="1"/>
      <dgm:spPr>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tailEnd type="triangle" w="lg" len="lg"/>
        </a:ln>
        <a:effectLst/>
      </dgm:spPr>
    </dgm:pt>
    <dgm:pt modelId="{5C9682B2-02C2-4DE2-8761-3143F0110AC6}" type="pres">
      <dgm:prSet presAssocID="{A8024F63-125F-4D3C-9366-D4F765BBE365}" presName="nodes" presStyleCnt="0">
        <dgm:presLayoutVars>
          <dgm:chMax/>
          <dgm:chPref/>
          <dgm:animLvl val="lvl"/>
        </dgm:presLayoutVars>
      </dgm:prSet>
      <dgm:spPr/>
    </dgm:pt>
    <dgm:pt modelId="{6C78FD07-D5EA-45CB-BF82-7BA221E9733B}" type="pres">
      <dgm:prSet presAssocID="{4D09B7D1-E0B0-47D4-BD28-3F46C65209F7}" presName="composite" presStyleCnt="0"/>
      <dgm:spPr/>
    </dgm:pt>
    <dgm:pt modelId="{C4EBD38A-D46A-4765-92D8-386727EBE289}" type="pres">
      <dgm:prSet presAssocID="{4D09B7D1-E0B0-47D4-BD28-3F46C65209F7}" presName="L1TextContainer" presStyleLbl="revTx" presStyleIdx="0" presStyleCnt="6">
        <dgm:presLayoutVars>
          <dgm:chMax val="1"/>
          <dgm:chPref val="1"/>
          <dgm:bulletEnabled val="1"/>
        </dgm:presLayoutVars>
      </dgm:prSet>
      <dgm:spPr/>
    </dgm:pt>
    <dgm:pt modelId="{31795991-DEB5-491D-926D-60DAA22F0C2F}" type="pres">
      <dgm:prSet presAssocID="{4D09B7D1-E0B0-47D4-BD28-3F46C65209F7}" presName="L2TextContainerWrapper" presStyleCnt="0">
        <dgm:presLayoutVars>
          <dgm:chMax val="0"/>
          <dgm:chPref val="0"/>
          <dgm:bulletEnabled val="1"/>
        </dgm:presLayoutVars>
      </dgm:prSet>
      <dgm:spPr/>
    </dgm:pt>
    <dgm:pt modelId="{6BB4258C-5865-437A-92BB-AFA1A35CD155}" type="pres">
      <dgm:prSet presAssocID="{4D09B7D1-E0B0-47D4-BD28-3F46C65209F7}" presName="L2TextContainer" presStyleLbl="bgAcc1" presStyleIdx="0" presStyleCnt="6"/>
      <dgm:spPr/>
    </dgm:pt>
    <dgm:pt modelId="{4E837BD7-9E10-4EA4-8D05-BD778922BDAF}" type="pres">
      <dgm:prSet presAssocID="{4D09B7D1-E0B0-47D4-BD28-3F46C65209F7}" presName="FlexibleEmptyPlaceHolder" presStyleCnt="0"/>
      <dgm:spPr/>
    </dgm:pt>
    <dgm:pt modelId="{2877D248-AA77-4F88-9C37-8BEC6214300F}" type="pres">
      <dgm:prSet presAssocID="{4D09B7D1-E0B0-47D4-BD28-3F46C65209F7}" presName="ConnectLine" presStyleLbl="sibTrans1D1" presStyleIdx="0" presStyleCnt="6"/>
      <dgm:spPr>
        <a:noFill/>
        <a:ln w="6350" cap="flat" cmpd="sng" algn="ctr">
          <a:solidFill>
            <a:schemeClr val="accent1">
              <a:hueOff val="0"/>
              <a:satOff val="0"/>
              <a:lumOff val="0"/>
              <a:alphaOff val="0"/>
            </a:schemeClr>
          </a:solidFill>
          <a:prstDash val="dash"/>
          <a:miter lim="800000"/>
        </a:ln>
        <a:effectLst/>
      </dgm:spPr>
    </dgm:pt>
    <dgm:pt modelId="{CDE38C0B-AA1F-4665-A7B3-CEC5354EA78D}" type="pres">
      <dgm:prSet presAssocID="{4D09B7D1-E0B0-47D4-BD28-3F46C65209F7}" presName="ConnectorPoint" presStyleLbl="alignNode1" presStyleIdx="0" presStyleCnt="6"/>
      <dgm:spPr/>
    </dgm:pt>
    <dgm:pt modelId="{FAD5F414-229C-40C3-94E3-210661DA7509}" type="pres">
      <dgm:prSet presAssocID="{4D09B7D1-E0B0-47D4-BD28-3F46C65209F7}" presName="EmptyPlaceHolder" presStyleCnt="0"/>
      <dgm:spPr/>
    </dgm:pt>
    <dgm:pt modelId="{DA4F77A0-7336-445D-ACF8-40E7E3DDE150}" type="pres">
      <dgm:prSet presAssocID="{001826A4-77B8-4773-9ABA-0D5C9985BFDC}" presName="spaceBetweenRectangles" presStyleCnt="0"/>
      <dgm:spPr/>
    </dgm:pt>
    <dgm:pt modelId="{D1106985-A369-4211-BECD-3374347813AA}" type="pres">
      <dgm:prSet presAssocID="{FA252EAB-74E9-4D08-BF76-1A4641606E09}" presName="composite" presStyleCnt="0"/>
      <dgm:spPr/>
    </dgm:pt>
    <dgm:pt modelId="{727BBD8C-3E52-4842-9404-390E42EB1931}" type="pres">
      <dgm:prSet presAssocID="{FA252EAB-74E9-4D08-BF76-1A4641606E09}" presName="L1TextContainer" presStyleLbl="revTx" presStyleIdx="1" presStyleCnt="6">
        <dgm:presLayoutVars>
          <dgm:chMax val="1"/>
          <dgm:chPref val="1"/>
          <dgm:bulletEnabled val="1"/>
        </dgm:presLayoutVars>
      </dgm:prSet>
      <dgm:spPr/>
    </dgm:pt>
    <dgm:pt modelId="{36E9254C-F42E-4141-8B48-DA6382F25F29}" type="pres">
      <dgm:prSet presAssocID="{FA252EAB-74E9-4D08-BF76-1A4641606E09}" presName="L2TextContainerWrapper" presStyleCnt="0">
        <dgm:presLayoutVars>
          <dgm:chMax val="0"/>
          <dgm:chPref val="0"/>
          <dgm:bulletEnabled val="1"/>
        </dgm:presLayoutVars>
      </dgm:prSet>
      <dgm:spPr/>
    </dgm:pt>
    <dgm:pt modelId="{3F5543C8-7444-49BA-9E5C-9CD3F2E20D0B}" type="pres">
      <dgm:prSet presAssocID="{FA252EAB-74E9-4D08-BF76-1A4641606E09}" presName="L2TextContainer" presStyleLbl="bgAcc1" presStyleIdx="1" presStyleCnt="6"/>
      <dgm:spPr/>
    </dgm:pt>
    <dgm:pt modelId="{BD107DF9-EFE1-4609-9490-A7E00332AD4D}" type="pres">
      <dgm:prSet presAssocID="{FA252EAB-74E9-4D08-BF76-1A4641606E09}" presName="FlexibleEmptyPlaceHolder" presStyleCnt="0"/>
      <dgm:spPr/>
    </dgm:pt>
    <dgm:pt modelId="{F50FE66B-D081-4D53-A87D-C5C3BD30F37D}" type="pres">
      <dgm:prSet presAssocID="{FA252EAB-74E9-4D08-BF76-1A4641606E09}" presName="ConnectLine" presStyleLbl="sibTrans1D1" presStyleIdx="1" presStyleCnt="6"/>
      <dgm:spPr>
        <a:noFill/>
        <a:ln w="6350" cap="flat" cmpd="sng" algn="ctr">
          <a:solidFill>
            <a:schemeClr val="accent1">
              <a:hueOff val="0"/>
              <a:satOff val="0"/>
              <a:lumOff val="0"/>
              <a:alphaOff val="0"/>
            </a:schemeClr>
          </a:solidFill>
          <a:prstDash val="dash"/>
          <a:miter lim="800000"/>
        </a:ln>
        <a:effectLst/>
      </dgm:spPr>
    </dgm:pt>
    <dgm:pt modelId="{7391F28A-67E6-4894-9E1A-F7FD66186C3D}" type="pres">
      <dgm:prSet presAssocID="{FA252EAB-74E9-4D08-BF76-1A4641606E09}" presName="ConnectorPoint" presStyleLbl="alignNode1" presStyleIdx="1" presStyleCnt="6"/>
      <dgm:spPr/>
    </dgm:pt>
    <dgm:pt modelId="{9CD4FCC9-D374-4819-A948-02ADA51D2620}" type="pres">
      <dgm:prSet presAssocID="{FA252EAB-74E9-4D08-BF76-1A4641606E09}" presName="EmptyPlaceHolder" presStyleCnt="0"/>
      <dgm:spPr/>
    </dgm:pt>
    <dgm:pt modelId="{D66A53F6-1AFD-46B6-B3AF-DE29C46F072B}" type="pres">
      <dgm:prSet presAssocID="{E29FCCF9-91E6-4B48-9A8C-91CE252293F7}" presName="spaceBetweenRectangles" presStyleCnt="0"/>
      <dgm:spPr/>
    </dgm:pt>
    <dgm:pt modelId="{30540443-E4DD-4C1C-82F1-EF429DDD5DB4}" type="pres">
      <dgm:prSet presAssocID="{DE0E3E8E-DB2A-4387-A5BB-F92392C1E502}" presName="composite" presStyleCnt="0"/>
      <dgm:spPr/>
    </dgm:pt>
    <dgm:pt modelId="{75DF8580-2ACD-4B5D-AA37-3F738CAEDBAA}" type="pres">
      <dgm:prSet presAssocID="{DE0E3E8E-DB2A-4387-A5BB-F92392C1E502}" presName="L1TextContainer" presStyleLbl="revTx" presStyleIdx="2" presStyleCnt="6">
        <dgm:presLayoutVars>
          <dgm:chMax val="1"/>
          <dgm:chPref val="1"/>
          <dgm:bulletEnabled val="1"/>
        </dgm:presLayoutVars>
      </dgm:prSet>
      <dgm:spPr/>
    </dgm:pt>
    <dgm:pt modelId="{9AFD475E-B37B-46CF-8756-4E671BA26D8A}" type="pres">
      <dgm:prSet presAssocID="{DE0E3E8E-DB2A-4387-A5BB-F92392C1E502}" presName="L2TextContainerWrapper" presStyleCnt="0">
        <dgm:presLayoutVars>
          <dgm:chMax val="0"/>
          <dgm:chPref val="0"/>
          <dgm:bulletEnabled val="1"/>
        </dgm:presLayoutVars>
      </dgm:prSet>
      <dgm:spPr/>
    </dgm:pt>
    <dgm:pt modelId="{F4C381E8-EE17-469F-83B0-88C71E4FA31A}" type="pres">
      <dgm:prSet presAssocID="{DE0E3E8E-DB2A-4387-A5BB-F92392C1E502}" presName="L2TextContainer" presStyleLbl="bgAcc1" presStyleIdx="2" presStyleCnt="6"/>
      <dgm:spPr/>
    </dgm:pt>
    <dgm:pt modelId="{3BCE9980-EE2F-4B7F-B6E3-2066C3148C88}" type="pres">
      <dgm:prSet presAssocID="{DE0E3E8E-DB2A-4387-A5BB-F92392C1E502}" presName="FlexibleEmptyPlaceHolder" presStyleCnt="0"/>
      <dgm:spPr/>
    </dgm:pt>
    <dgm:pt modelId="{45B120E7-ABAC-4A18-9EC7-24955DA4FE5E}" type="pres">
      <dgm:prSet presAssocID="{DE0E3E8E-DB2A-4387-A5BB-F92392C1E502}" presName="ConnectLine" presStyleLbl="sibTrans1D1" presStyleIdx="2" presStyleCnt="6"/>
      <dgm:spPr>
        <a:noFill/>
        <a:ln w="6350" cap="flat" cmpd="sng" algn="ctr">
          <a:solidFill>
            <a:schemeClr val="accent1">
              <a:hueOff val="0"/>
              <a:satOff val="0"/>
              <a:lumOff val="0"/>
              <a:alphaOff val="0"/>
            </a:schemeClr>
          </a:solidFill>
          <a:prstDash val="dash"/>
          <a:miter lim="800000"/>
        </a:ln>
        <a:effectLst/>
      </dgm:spPr>
    </dgm:pt>
    <dgm:pt modelId="{FF987129-345A-47D8-A6DB-62ADC3C671E0}" type="pres">
      <dgm:prSet presAssocID="{DE0E3E8E-DB2A-4387-A5BB-F92392C1E502}" presName="ConnectorPoint" presStyleLbl="alignNode1" presStyleIdx="2" presStyleCnt="6"/>
      <dgm:spPr/>
    </dgm:pt>
    <dgm:pt modelId="{F690E648-2CBF-4548-91D2-94AA6862F49B}" type="pres">
      <dgm:prSet presAssocID="{DE0E3E8E-DB2A-4387-A5BB-F92392C1E502}" presName="EmptyPlaceHolder" presStyleCnt="0"/>
      <dgm:spPr/>
    </dgm:pt>
    <dgm:pt modelId="{5B6406B8-10B8-4B83-9ED3-EEAD29E60C23}" type="pres">
      <dgm:prSet presAssocID="{A0A81F29-C17B-4B4C-8881-E668739AE836}" presName="spaceBetweenRectangles" presStyleCnt="0"/>
      <dgm:spPr/>
    </dgm:pt>
    <dgm:pt modelId="{56CE542D-518A-42FE-8DAE-602169FFF2A9}" type="pres">
      <dgm:prSet presAssocID="{606F7D44-D068-4B27-ACEF-C6D7AB04F100}" presName="composite" presStyleCnt="0"/>
      <dgm:spPr/>
    </dgm:pt>
    <dgm:pt modelId="{F2E99EB9-E45D-4F61-BCD8-2DFFAA5CF1AD}" type="pres">
      <dgm:prSet presAssocID="{606F7D44-D068-4B27-ACEF-C6D7AB04F100}" presName="L1TextContainer" presStyleLbl="revTx" presStyleIdx="3" presStyleCnt="6">
        <dgm:presLayoutVars>
          <dgm:chMax val="1"/>
          <dgm:chPref val="1"/>
          <dgm:bulletEnabled val="1"/>
        </dgm:presLayoutVars>
      </dgm:prSet>
      <dgm:spPr/>
    </dgm:pt>
    <dgm:pt modelId="{A54551C1-455A-42F1-AE5E-258EE85318B9}" type="pres">
      <dgm:prSet presAssocID="{606F7D44-D068-4B27-ACEF-C6D7AB04F100}" presName="L2TextContainerWrapper" presStyleCnt="0">
        <dgm:presLayoutVars>
          <dgm:chMax val="0"/>
          <dgm:chPref val="0"/>
          <dgm:bulletEnabled val="1"/>
        </dgm:presLayoutVars>
      </dgm:prSet>
      <dgm:spPr/>
    </dgm:pt>
    <dgm:pt modelId="{7B8D4787-2BAD-4FB5-B09A-ED5DA0EE96FD}" type="pres">
      <dgm:prSet presAssocID="{606F7D44-D068-4B27-ACEF-C6D7AB04F100}" presName="L2TextContainer" presStyleLbl="bgAcc1" presStyleIdx="3" presStyleCnt="6"/>
      <dgm:spPr/>
    </dgm:pt>
    <dgm:pt modelId="{43DD3D90-A7BE-4AD0-9B85-44489DEB2D8D}" type="pres">
      <dgm:prSet presAssocID="{606F7D44-D068-4B27-ACEF-C6D7AB04F100}" presName="FlexibleEmptyPlaceHolder" presStyleCnt="0"/>
      <dgm:spPr/>
    </dgm:pt>
    <dgm:pt modelId="{F6E0D175-A381-41DD-8D8B-BB496A35CD64}" type="pres">
      <dgm:prSet presAssocID="{606F7D44-D068-4B27-ACEF-C6D7AB04F100}" presName="ConnectLine" presStyleLbl="sibTrans1D1" presStyleIdx="3" presStyleCnt="6"/>
      <dgm:spPr>
        <a:noFill/>
        <a:ln w="6350" cap="flat" cmpd="sng" algn="ctr">
          <a:solidFill>
            <a:schemeClr val="accent1">
              <a:hueOff val="0"/>
              <a:satOff val="0"/>
              <a:lumOff val="0"/>
              <a:alphaOff val="0"/>
            </a:schemeClr>
          </a:solidFill>
          <a:prstDash val="dash"/>
          <a:miter lim="800000"/>
        </a:ln>
        <a:effectLst/>
      </dgm:spPr>
    </dgm:pt>
    <dgm:pt modelId="{B028962D-E062-453F-89FC-F5AABCB3E102}" type="pres">
      <dgm:prSet presAssocID="{606F7D44-D068-4B27-ACEF-C6D7AB04F100}" presName="ConnectorPoint" presStyleLbl="alignNode1" presStyleIdx="3" presStyleCnt="6"/>
      <dgm:spPr/>
    </dgm:pt>
    <dgm:pt modelId="{8A8C3D25-F423-4DFB-A7FD-5EE022405152}" type="pres">
      <dgm:prSet presAssocID="{606F7D44-D068-4B27-ACEF-C6D7AB04F100}" presName="EmptyPlaceHolder" presStyleCnt="0"/>
      <dgm:spPr/>
    </dgm:pt>
    <dgm:pt modelId="{B49AB3A4-D554-44D9-AC8D-FFC0F44CFBFC}" type="pres">
      <dgm:prSet presAssocID="{E8A528B0-DE09-4B2B-A8A9-87953D5D7E18}" presName="spaceBetweenRectangles" presStyleCnt="0"/>
      <dgm:spPr/>
    </dgm:pt>
    <dgm:pt modelId="{526C62EE-7C07-4F60-9558-271242655FF3}" type="pres">
      <dgm:prSet presAssocID="{7FEEA5D3-B34F-437A-B3BC-889CB66F2285}" presName="composite" presStyleCnt="0"/>
      <dgm:spPr/>
    </dgm:pt>
    <dgm:pt modelId="{C261863F-EE1E-428B-A197-9A43AB9E05E2}" type="pres">
      <dgm:prSet presAssocID="{7FEEA5D3-B34F-437A-B3BC-889CB66F2285}" presName="L1TextContainer" presStyleLbl="revTx" presStyleIdx="4" presStyleCnt="6">
        <dgm:presLayoutVars>
          <dgm:chMax val="1"/>
          <dgm:chPref val="1"/>
          <dgm:bulletEnabled val="1"/>
        </dgm:presLayoutVars>
      </dgm:prSet>
      <dgm:spPr/>
    </dgm:pt>
    <dgm:pt modelId="{F56C94FC-EAEE-454F-A564-CDE41C228ED8}" type="pres">
      <dgm:prSet presAssocID="{7FEEA5D3-B34F-437A-B3BC-889CB66F2285}" presName="L2TextContainerWrapper" presStyleCnt="0">
        <dgm:presLayoutVars>
          <dgm:chMax val="0"/>
          <dgm:chPref val="0"/>
          <dgm:bulletEnabled val="1"/>
        </dgm:presLayoutVars>
      </dgm:prSet>
      <dgm:spPr/>
    </dgm:pt>
    <dgm:pt modelId="{837F045B-3246-4582-A6C4-ABF42EDA16A1}" type="pres">
      <dgm:prSet presAssocID="{7FEEA5D3-B34F-437A-B3BC-889CB66F2285}" presName="L2TextContainer" presStyleLbl="bgAcc1" presStyleIdx="4" presStyleCnt="6"/>
      <dgm:spPr/>
    </dgm:pt>
    <dgm:pt modelId="{101E15E9-1E06-4043-B9BB-D4D80F11414F}" type="pres">
      <dgm:prSet presAssocID="{7FEEA5D3-B34F-437A-B3BC-889CB66F2285}" presName="FlexibleEmptyPlaceHolder" presStyleCnt="0"/>
      <dgm:spPr/>
    </dgm:pt>
    <dgm:pt modelId="{865266AC-4751-4266-B83C-8E985EBB02AE}" type="pres">
      <dgm:prSet presAssocID="{7FEEA5D3-B34F-437A-B3BC-889CB66F2285}" presName="ConnectLine" presStyleLbl="sibTrans1D1" presStyleIdx="4" presStyleCnt="6"/>
      <dgm:spPr>
        <a:noFill/>
        <a:ln w="6350" cap="flat" cmpd="sng" algn="ctr">
          <a:solidFill>
            <a:schemeClr val="accent1">
              <a:hueOff val="0"/>
              <a:satOff val="0"/>
              <a:lumOff val="0"/>
              <a:alphaOff val="0"/>
            </a:schemeClr>
          </a:solidFill>
          <a:prstDash val="dash"/>
          <a:miter lim="800000"/>
        </a:ln>
        <a:effectLst/>
      </dgm:spPr>
    </dgm:pt>
    <dgm:pt modelId="{0A3FBF7D-C4FD-4393-A446-6471D30980C6}" type="pres">
      <dgm:prSet presAssocID="{7FEEA5D3-B34F-437A-B3BC-889CB66F2285}" presName="ConnectorPoint" presStyleLbl="alignNode1" presStyleIdx="4" presStyleCnt="6"/>
      <dgm:spPr/>
    </dgm:pt>
    <dgm:pt modelId="{753D386C-1B54-424E-ADE4-B6E8BE3FB477}" type="pres">
      <dgm:prSet presAssocID="{7FEEA5D3-B34F-437A-B3BC-889CB66F2285}" presName="EmptyPlaceHolder" presStyleCnt="0"/>
      <dgm:spPr/>
    </dgm:pt>
    <dgm:pt modelId="{8016F2F6-0573-441E-B163-FE6F3FDDBCA9}" type="pres">
      <dgm:prSet presAssocID="{44469749-B117-45E7-A491-A061B9E94591}" presName="spaceBetweenRectangles" presStyleCnt="0"/>
      <dgm:spPr/>
    </dgm:pt>
    <dgm:pt modelId="{E49ADBB4-B53D-4E9E-9823-60B837838EFF}" type="pres">
      <dgm:prSet presAssocID="{B187A502-6ACC-4933-9C4E-FFE1CE5ABF0A}" presName="composite" presStyleCnt="0"/>
      <dgm:spPr/>
    </dgm:pt>
    <dgm:pt modelId="{EFA4E3EA-C9BC-4AE2-B91D-4D066A3150CE}" type="pres">
      <dgm:prSet presAssocID="{B187A502-6ACC-4933-9C4E-FFE1CE5ABF0A}" presName="L1TextContainer" presStyleLbl="revTx" presStyleIdx="5" presStyleCnt="6">
        <dgm:presLayoutVars>
          <dgm:chMax val="1"/>
          <dgm:chPref val="1"/>
          <dgm:bulletEnabled val="1"/>
        </dgm:presLayoutVars>
      </dgm:prSet>
      <dgm:spPr/>
    </dgm:pt>
    <dgm:pt modelId="{ECA00D57-5F0A-4D45-8B8B-ED779882BA14}" type="pres">
      <dgm:prSet presAssocID="{B187A502-6ACC-4933-9C4E-FFE1CE5ABF0A}" presName="L2TextContainerWrapper" presStyleCnt="0">
        <dgm:presLayoutVars>
          <dgm:chMax val="0"/>
          <dgm:chPref val="0"/>
          <dgm:bulletEnabled val="1"/>
        </dgm:presLayoutVars>
      </dgm:prSet>
      <dgm:spPr/>
    </dgm:pt>
    <dgm:pt modelId="{10EB074C-2B9C-4201-9E5C-E8FFC3207506}" type="pres">
      <dgm:prSet presAssocID="{B187A502-6ACC-4933-9C4E-FFE1CE5ABF0A}" presName="L2TextContainer" presStyleLbl="bgAcc1" presStyleIdx="5" presStyleCnt="6"/>
      <dgm:spPr/>
    </dgm:pt>
    <dgm:pt modelId="{C6B492C5-F650-4A95-B483-4DA94D4040AB}" type="pres">
      <dgm:prSet presAssocID="{B187A502-6ACC-4933-9C4E-FFE1CE5ABF0A}" presName="FlexibleEmptyPlaceHolder" presStyleCnt="0"/>
      <dgm:spPr/>
    </dgm:pt>
    <dgm:pt modelId="{B7EDF79A-5F66-4089-ABEB-E7089EC5A911}" type="pres">
      <dgm:prSet presAssocID="{B187A502-6ACC-4933-9C4E-FFE1CE5ABF0A}" presName="ConnectLine" presStyleLbl="sibTrans1D1" presStyleIdx="5" presStyleCnt="6"/>
      <dgm:spPr>
        <a:noFill/>
        <a:ln w="6350" cap="flat" cmpd="sng" algn="ctr">
          <a:solidFill>
            <a:schemeClr val="accent1">
              <a:hueOff val="0"/>
              <a:satOff val="0"/>
              <a:lumOff val="0"/>
              <a:alphaOff val="0"/>
            </a:schemeClr>
          </a:solidFill>
          <a:prstDash val="dash"/>
          <a:miter lim="800000"/>
        </a:ln>
        <a:effectLst/>
      </dgm:spPr>
    </dgm:pt>
    <dgm:pt modelId="{C496FA79-0F01-48B6-987D-5B8F3576CB2B}" type="pres">
      <dgm:prSet presAssocID="{B187A502-6ACC-4933-9C4E-FFE1CE5ABF0A}" presName="ConnectorPoint" presStyleLbl="alignNode1" presStyleIdx="5" presStyleCnt="6"/>
      <dgm:spPr/>
    </dgm:pt>
    <dgm:pt modelId="{6FFFB8B1-C39B-4291-999D-D9DC23AF5E96}" type="pres">
      <dgm:prSet presAssocID="{B187A502-6ACC-4933-9C4E-FFE1CE5ABF0A}" presName="EmptyPlaceHolder" presStyleCnt="0"/>
      <dgm:spPr/>
    </dgm:pt>
  </dgm:ptLst>
  <dgm:cxnLst>
    <dgm:cxn modelId="{49751601-8032-47EE-875D-8ADEA8C5F64C}" type="presOf" srcId="{7FEEA5D3-B34F-437A-B3BC-889CB66F2285}" destId="{C261863F-EE1E-428B-A197-9A43AB9E05E2}" srcOrd="0" destOrd="0" presId="urn:microsoft.com/office/officeart/2016/7/layout/BasicTimeline"/>
    <dgm:cxn modelId="{77D93A03-953F-4624-94F2-12BE47A37937}" type="presOf" srcId="{B187A502-6ACC-4933-9C4E-FFE1CE5ABF0A}" destId="{EFA4E3EA-C9BC-4AE2-B91D-4D066A3150CE}" srcOrd="0" destOrd="0" presId="urn:microsoft.com/office/officeart/2016/7/layout/BasicTimeline"/>
    <dgm:cxn modelId="{3ECCA80F-24B8-488B-8516-C011029781CD}" srcId="{DE0E3E8E-DB2A-4387-A5BB-F92392C1E502}" destId="{48154DB1-476F-4319-95DB-08E69AA37014}" srcOrd="0" destOrd="0" parTransId="{6E5E6813-6308-4377-A1D8-3FA7E1CF89E4}" sibTransId="{12E75B15-BB1D-4D40-979D-86411F2616DF}"/>
    <dgm:cxn modelId="{0B128424-4454-48A2-9D38-C0F15D52103A}" srcId="{A8024F63-125F-4D3C-9366-D4F765BBE365}" destId="{606F7D44-D068-4B27-ACEF-C6D7AB04F100}" srcOrd="3" destOrd="0" parTransId="{7B19436B-71AB-4091-B3E2-CE28E4E327BA}" sibTransId="{E8A528B0-DE09-4B2B-A8A9-87953D5D7E18}"/>
    <dgm:cxn modelId="{CDF1183C-2317-4272-9A80-98C8BF790A18}" type="presOf" srcId="{CF42F6B6-9C62-41CC-BE02-819F3748F14D}" destId="{837F045B-3246-4582-A6C4-ABF42EDA16A1}" srcOrd="0" destOrd="0" presId="urn:microsoft.com/office/officeart/2016/7/layout/BasicTimeline"/>
    <dgm:cxn modelId="{8FC64269-2EA3-4FCC-A408-90E1846425D8}" srcId="{A8024F63-125F-4D3C-9366-D4F765BBE365}" destId="{DE0E3E8E-DB2A-4387-A5BB-F92392C1E502}" srcOrd="2" destOrd="0" parTransId="{B2F5B06B-8BAB-4A0E-9E50-317D1377718E}" sibTransId="{A0A81F29-C17B-4B4C-8881-E668739AE836}"/>
    <dgm:cxn modelId="{89E3FF50-6A08-49C9-A3BE-7DCA80159F09}" type="presOf" srcId="{A295E2FF-0066-4ED4-8EC8-1A841AE4C27A}" destId="{10EB074C-2B9C-4201-9E5C-E8FFC3207506}" srcOrd="0" destOrd="0" presId="urn:microsoft.com/office/officeart/2016/7/layout/BasicTimeline"/>
    <dgm:cxn modelId="{5F9E7B75-C685-4AA2-8AA3-B4B81E864FA9}" srcId="{A8024F63-125F-4D3C-9366-D4F765BBE365}" destId="{4D09B7D1-E0B0-47D4-BD28-3F46C65209F7}" srcOrd="0" destOrd="0" parTransId="{5B3A3CB9-05A6-4739-A690-FB3A54E0AD0A}" sibTransId="{001826A4-77B8-4773-9ABA-0D5C9985BFDC}"/>
    <dgm:cxn modelId="{E7BAB279-A216-4987-AAB5-BF3CD4A48477}" type="presOf" srcId="{FA252EAB-74E9-4D08-BF76-1A4641606E09}" destId="{727BBD8C-3E52-4842-9404-390E42EB1931}" srcOrd="0" destOrd="0" presId="urn:microsoft.com/office/officeart/2016/7/layout/BasicTimeline"/>
    <dgm:cxn modelId="{33383386-8CA3-434D-B387-DD7D26C9BA31}" type="presOf" srcId="{AF0612FB-6572-418D-BCE1-CD70929C5350}" destId="{6BB4258C-5865-437A-92BB-AFA1A35CD155}" srcOrd="0" destOrd="0" presId="urn:microsoft.com/office/officeart/2016/7/layout/BasicTimeline"/>
    <dgm:cxn modelId="{43F2FA88-B78F-42C7-BE99-B7A94115058A}" srcId="{4D09B7D1-E0B0-47D4-BD28-3F46C65209F7}" destId="{AF0612FB-6572-418D-BCE1-CD70929C5350}" srcOrd="0" destOrd="0" parTransId="{5D668234-3DEF-41B9-B2F2-EF11F1435849}" sibTransId="{408E6994-ECDD-4206-BED3-C5D98061675A}"/>
    <dgm:cxn modelId="{0E445392-5C45-4B66-A934-113A6F4591D8}" type="presOf" srcId="{A4BEBC7E-FFEA-4F86-B5FE-34681A25B20D}" destId="{7B8D4787-2BAD-4FB5-B09A-ED5DA0EE96FD}" srcOrd="0" destOrd="0" presId="urn:microsoft.com/office/officeart/2016/7/layout/BasicTimeline"/>
    <dgm:cxn modelId="{68C7A398-6B63-462E-954F-14ADD84EADF1}" type="presOf" srcId="{DE0E3E8E-DB2A-4387-A5BB-F92392C1E502}" destId="{75DF8580-2ACD-4B5D-AA37-3F738CAEDBAA}" srcOrd="0" destOrd="0" presId="urn:microsoft.com/office/officeart/2016/7/layout/BasicTimeline"/>
    <dgm:cxn modelId="{BA366BAE-769E-4DC3-9B51-E8FE206D26CF}" srcId="{A8024F63-125F-4D3C-9366-D4F765BBE365}" destId="{FA252EAB-74E9-4D08-BF76-1A4641606E09}" srcOrd="1" destOrd="0" parTransId="{07C5B952-861E-443F-9CC2-AE25C8C39237}" sibTransId="{E29FCCF9-91E6-4B48-9A8C-91CE252293F7}"/>
    <dgm:cxn modelId="{F71099B1-C90C-460D-A20F-B2CC24951DF0}" srcId="{A8024F63-125F-4D3C-9366-D4F765BBE365}" destId="{B187A502-6ACC-4933-9C4E-FFE1CE5ABF0A}" srcOrd="5" destOrd="0" parTransId="{44294FF1-EBBE-4464-8487-08CFD68EC33E}" sibTransId="{9A1ED297-7AC4-4033-A007-0B9C35015000}"/>
    <dgm:cxn modelId="{7FD794B6-87F0-43D4-ACD2-A7BE254E307F}" type="presOf" srcId="{A8024F63-125F-4D3C-9366-D4F765BBE365}" destId="{FC6DB92C-CD81-446C-9CEC-69C078E39BFB}" srcOrd="0" destOrd="0" presId="urn:microsoft.com/office/officeart/2016/7/layout/BasicTimeline"/>
    <dgm:cxn modelId="{5AD052BD-5AC3-406E-92FB-B789489A7230}" srcId="{B187A502-6ACC-4933-9C4E-FFE1CE5ABF0A}" destId="{A295E2FF-0066-4ED4-8EC8-1A841AE4C27A}" srcOrd="0" destOrd="0" parTransId="{71437117-D359-4E82-9D30-EC06E4E8F0B1}" sibTransId="{442D7969-A502-424C-BB6A-160EF31FC967}"/>
    <dgm:cxn modelId="{CD5CA3C0-FF7A-4B0C-B05A-BFC5D89E9C56}" type="presOf" srcId="{4D09B7D1-E0B0-47D4-BD28-3F46C65209F7}" destId="{C4EBD38A-D46A-4765-92D8-386727EBE289}" srcOrd="0" destOrd="0" presId="urn:microsoft.com/office/officeart/2016/7/layout/BasicTimeline"/>
    <dgm:cxn modelId="{CBA09FCB-4A2F-4F5A-A78D-131471D78435}" srcId="{606F7D44-D068-4B27-ACEF-C6D7AB04F100}" destId="{A4BEBC7E-FFEA-4F86-B5FE-34681A25B20D}" srcOrd="0" destOrd="0" parTransId="{94EDADB5-6F17-4A79-AE66-014EE79E15F1}" sibTransId="{5AE50DE8-28E1-4646-9E8E-9E5251E3D6D7}"/>
    <dgm:cxn modelId="{EBE905D2-D928-4621-BD59-B0EFC160FEB7}" type="presOf" srcId="{48154DB1-476F-4319-95DB-08E69AA37014}" destId="{F4C381E8-EE17-469F-83B0-88C71E4FA31A}" srcOrd="0" destOrd="0" presId="urn:microsoft.com/office/officeart/2016/7/layout/BasicTimeline"/>
    <dgm:cxn modelId="{9817D5D7-BB4E-4629-A878-B03D169E2C66}" srcId="{FA252EAB-74E9-4D08-BF76-1A4641606E09}" destId="{7922B96D-1EFC-4622-9363-824B009748B1}" srcOrd="0" destOrd="0" parTransId="{D897F5EA-ADF9-4A47-96B8-103A5647DD54}" sibTransId="{A7E54FBB-DB0E-4F3C-A4AE-8E12F08FC8EE}"/>
    <dgm:cxn modelId="{D9C32CDB-0870-4691-A48D-FC21E14992EE}" type="presOf" srcId="{606F7D44-D068-4B27-ACEF-C6D7AB04F100}" destId="{F2E99EB9-E45D-4F61-BCD8-2DFFAA5CF1AD}" srcOrd="0" destOrd="0" presId="urn:microsoft.com/office/officeart/2016/7/layout/BasicTimeline"/>
    <dgm:cxn modelId="{9DE4F9DC-1BDA-44B4-BBA6-2403353CE5A1}" type="presOf" srcId="{7922B96D-1EFC-4622-9363-824B009748B1}" destId="{3F5543C8-7444-49BA-9E5C-9CD3F2E20D0B}" srcOrd="0" destOrd="0" presId="urn:microsoft.com/office/officeart/2016/7/layout/BasicTimeline"/>
    <dgm:cxn modelId="{90F246E3-4BC6-4401-A82C-A5283A24F823}" srcId="{A8024F63-125F-4D3C-9366-D4F765BBE365}" destId="{7FEEA5D3-B34F-437A-B3BC-889CB66F2285}" srcOrd="4" destOrd="0" parTransId="{FBC3EFBD-9CBC-4118-8D94-0F4989D28853}" sibTransId="{44469749-B117-45E7-A491-A061B9E94591}"/>
    <dgm:cxn modelId="{489A01FE-8B3F-41DE-BC33-8EEC19F1B46C}" srcId="{7FEEA5D3-B34F-437A-B3BC-889CB66F2285}" destId="{CF42F6B6-9C62-41CC-BE02-819F3748F14D}" srcOrd="0" destOrd="0" parTransId="{CDE1A4F6-9CF6-4DD7-BE6C-CFB64DF59231}" sibTransId="{00892272-CD0F-46A4-B9F7-CF1F5027850A}"/>
    <dgm:cxn modelId="{A8E29E5F-27FE-4613-ABC3-3F3EAEAC0485}" type="presParOf" srcId="{FC6DB92C-CD81-446C-9CEC-69C078E39BFB}" destId="{C4BD2430-6B93-49AC-B0C1-D3FAE5DD9839}" srcOrd="0" destOrd="0" presId="urn:microsoft.com/office/officeart/2016/7/layout/BasicTimeline"/>
    <dgm:cxn modelId="{6F6F7998-BA67-4FCC-86A4-26BBFCA9B73A}" type="presParOf" srcId="{FC6DB92C-CD81-446C-9CEC-69C078E39BFB}" destId="{5C9682B2-02C2-4DE2-8761-3143F0110AC6}" srcOrd="1" destOrd="0" presId="urn:microsoft.com/office/officeart/2016/7/layout/BasicTimeline"/>
    <dgm:cxn modelId="{D2AC6A4C-95BE-4E91-B7DA-2A186A74ECF4}" type="presParOf" srcId="{5C9682B2-02C2-4DE2-8761-3143F0110AC6}" destId="{6C78FD07-D5EA-45CB-BF82-7BA221E9733B}" srcOrd="0" destOrd="0" presId="urn:microsoft.com/office/officeart/2016/7/layout/BasicTimeline"/>
    <dgm:cxn modelId="{89BA021E-FF6B-4DE7-B64C-1B5B6BE8BAC7}" type="presParOf" srcId="{6C78FD07-D5EA-45CB-BF82-7BA221E9733B}" destId="{C4EBD38A-D46A-4765-92D8-386727EBE289}" srcOrd="0" destOrd="0" presId="urn:microsoft.com/office/officeart/2016/7/layout/BasicTimeline"/>
    <dgm:cxn modelId="{25C1D03E-3D56-46A7-BD19-4E961631E85B}" type="presParOf" srcId="{6C78FD07-D5EA-45CB-BF82-7BA221E9733B}" destId="{31795991-DEB5-491D-926D-60DAA22F0C2F}" srcOrd="1" destOrd="0" presId="urn:microsoft.com/office/officeart/2016/7/layout/BasicTimeline"/>
    <dgm:cxn modelId="{F9FE9CDF-5180-4818-9ACD-FDAE6F92E035}" type="presParOf" srcId="{31795991-DEB5-491D-926D-60DAA22F0C2F}" destId="{6BB4258C-5865-437A-92BB-AFA1A35CD155}" srcOrd="0" destOrd="0" presId="urn:microsoft.com/office/officeart/2016/7/layout/BasicTimeline"/>
    <dgm:cxn modelId="{7314F0FB-152C-4356-8C38-F949E98A9906}" type="presParOf" srcId="{31795991-DEB5-491D-926D-60DAA22F0C2F}" destId="{4E837BD7-9E10-4EA4-8D05-BD778922BDAF}" srcOrd="1" destOrd="0" presId="urn:microsoft.com/office/officeart/2016/7/layout/BasicTimeline"/>
    <dgm:cxn modelId="{CB554EA1-28E9-40AD-BA84-9A0C6C02E4C3}" type="presParOf" srcId="{6C78FD07-D5EA-45CB-BF82-7BA221E9733B}" destId="{2877D248-AA77-4F88-9C37-8BEC6214300F}" srcOrd="2" destOrd="0" presId="urn:microsoft.com/office/officeart/2016/7/layout/BasicTimeline"/>
    <dgm:cxn modelId="{C98EA8FE-2076-4FED-B6DA-AFE3B61D6C67}" type="presParOf" srcId="{6C78FD07-D5EA-45CB-BF82-7BA221E9733B}" destId="{CDE38C0B-AA1F-4665-A7B3-CEC5354EA78D}" srcOrd="3" destOrd="0" presId="urn:microsoft.com/office/officeart/2016/7/layout/BasicTimeline"/>
    <dgm:cxn modelId="{C54F1BCF-65F2-414E-80E5-56BFBC262C43}" type="presParOf" srcId="{6C78FD07-D5EA-45CB-BF82-7BA221E9733B}" destId="{FAD5F414-229C-40C3-94E3-210661DA7509}" srcOrd="4" destOrd="0" presId="urn:microsoft.com/office/officeart/2016/7/layout/BasicTimeline"/>
    <dgm:cxn modelId="{AB50C834-F973-449A-A009-5758C6DD9978}" type="presParOf" srcId="{5C9682B2-02C2-4DE2-8761-3143F0110AC6}" destId="{DA4F77A0-7336-445D-ACF8-40E7E3DDE150}" srcOrd="1" destOrd="0" presId="urn:microsoft.com/office/officeart/2016/7/layout/BasicTimeline"/>
    <dgm:cxn modelId="{3F64B330-8D8B-47AC-A735-61273C1C3EA1}" type="presParOf" srcId="{5C9682B2-02C2-4DE2-8761-3143F0110AC6}" destId="{D1106985-A369-4211-BECD-3374347813AA}" srcOrd="2" destOrd="0" presId="urn:microsoft.com/office/officeart/2016/7/layout/BasicTimeline"/>
    <dgm:cxn modelId="{F656EF4F-A868-4F23-B430-394BA89E7E36}" type="presParOf" srcId="{D1106985-A369-4211-BECD-3374347813AA}" destId="{727BBD8C-3E52-4842-9404-390E42EB1931}" srcOrd="0" destOrd="0" presId="urn:microsoft.com/office/officeart/2016/7/layout/BasicTimeline"/>
    <dgm:cxn modelId="{8EF0A4CA-3790-44C6-9CCF-9F5557D6A3CE}" type="presParOf" srcId="{D1106985-A369-4211-BECD-3374347813AA}" destId="{36E9254C-F42E-4141-8B48-DA6382F25F29}" srcOrd="1" destOrd="0" presId="urn:microsoft.com/office/officeart/2016/7/layout/BasicTimeline"/>
    <dgm:cxn modelId="{D2261816-DB85-4F35-8D72-390D317E23A0}" type="presParOf" srcId="{36E9254C-F42E-4141-8B48-DA6382F25F29}" destId="{3F5543C8-7444-49BA-9E5C-9CD3F2E20D0B}" srcOrd="0" destOrd="0" presId="urn:microsoft.com/office/officeart/2016/7/layout/BasicTimeline"/>
    <dgm:cxn modelId="{616E7051-0E0F-4714-91C9-3D45ADE628E4}" type="presParOf" srcId="{36E9254C-F42E-4141-8B48-DA6382F25F29}" destId="{BD107DF9-EFE1-4609-9490-A7E00332AD4D}" srcOrd="1" destOrd="0" presId="urn:microsoft.com/office/officeart/2016/7/layout/BasicTimeline"/>
    <dgm:cxn modelId="{CF6789D6-AE6A-462E-A744-01B6F9D092D4}" type="presParOf" srcId="{D1106985-A369-4211-BECD-3374347813AA}" destId="{F50FE66B-D081-4D53-A87D-C5C3BD30F37D}" srcOrd="2" destOrd="0" presId="urn:microsoft.com/office/officeart/2016/7/layout/BasicTimeline"/>
    <dgm:cxn modelId="{37CCE1FE-F1E0-446E-B8FD-2FE450CC1475}" type="presParOf" srcId="{D1106985-A369-4211-BECD-3374347813AA}" destId="{7391F28A-67E6-4894-9E1A-F7FD66186C3D}" srcOrd="3" destOrd="0" presId="urn:microsoft.com/office/officeart/2016/7/layout/BasicTimeline"/>
    <dgm:cxn modelId="{C28D78C1-9E27-413F-92E4-F5B3EA537A16}" type="presParOf" srcId="{D1106985-A369-4211-BECD-3374347813AA}" destId="{9CD4FCC9-D374-4819-A948-02ADA51D2620}" srcOrd="4" destOrd="0" presId="urn:microsoft.com/office/officeart/2016/7/layout/BasicTimeline"/>
    <dgm:cxn modelId="{4FB649AA-0C16-4A8B-9B77-3153F258FE99}" type="presParOf" srcId="{5C9682B2-02C2-4DE2-8761-3143F0110AC6}" destId="{D66A53F6-1AFD-46B6-B3AF-DE29C46F072B}" srcOrd="3" destOrd="0" presId="urn:microsoft.com/office/officeart/2016/7/layout/BasicTimeline"/>
    <dgm:cxn modelId="{69050C27-80F1-4A15-8F92-CBECE8ECD5CB}" type="presParOf" srcId="{5C9682B2-02C2-4DE2-8761-3143F0110AC6}" destId="{30540443-E4DD-4C1C-82F1-EF429DDD5DB4}" srcOrd="4" destOrd="0" presId="urn:microsoft.com/office/officeart/2016/7/layout/BasicTimeline"/>
    <dgm:cxn modelId="{1138276E-AAD0-49C6-8417-6FC797E4A5D2}" type="presParOf" srcId="{30540443-E4DD-4C1C-82F1-EF429DDD5DB4}" destId="{75DF8580-2ACD-4B5D-AA37-3F738CAEDBAA}" srcOrd="0" destOrd="0" presId="urn:microsoft.com/office/officeart/2016/7/layout/BasicTimeline"/>
    <dgm:cxn modelId="{5D710E9C-3BD4-43EE-9C3F-6A76966610DB}" type="presParOf" srcId="{30540443-E4DD-4C1C-82F1-EF429DDD5DB4}" destId="{9AFD475E-B37B-46CF-8756-4E671BA26D8A}" srcOrd="1" destOrd="0" presId="urn:microsoft.com/office/officeart/2016/7/layout/BasicTimeline"/>
    <dgm:cxn modelId="{A35C1791-9468-4DD3-8D56-E2280CB3B8E4}" type="presParOf" srcId="{9AFD475E-B37B-46CF-8756-4E671BA26D8A}" destId="{F4C381E8-EE17-469F-83B0-88C71E4FA31A}" srcOrd="0" destOrd="0" presId="urn:microsoft.com/office/officeart/2016/7/layout/BasicTimeline"/>
    <dgm:cxn modelId="{F3E7412C-22B9-4AF0-9C4C-1C715A6324BA}" type="presParOf" srcId="{9AFD475E-B37B-46CF-8756-4E671BA26D8A}" destId="{3BCE9980-EE2F-4B7F-B6E3-2066C3148C88}" srcOrd="1" destOrd="0" presId="urn:microsoft.com/office/officeart/2016/7/layout/BasicTimeline"/>
    <dgm:cxn modelId="{2D42183A-D9E6-401A-A72A-42AD24B2DA61}" type="presParOf" srcId="{30540443-E4DD-4C1C-82F1-EF429DDD5DB4}" destId="{45B120E7-ABAC-4A18-9EC7-24955DA4FE5E}" srcOrd="2" destOrd="0" presId="urn:microsoft.com/office/officeart/2016/7/layout/BasicTimeline"/>
    <dgm:cxn modelId="{EABE9104-1C7E-4367-B427-973FAA1C9256}" type="presParOf" srcId="{30540443-E4DD-4C1C-82F1-EF429DDD5DB4}" destId="{FF987129-345A-47D8-A6DB-62ADC3C671E0}" srcOrd="3" destOrd="0" presId="urn:microsoft.com/office/officeart/2016/7/layout/BasicTimeline"/>
    <dgm:cxn modelId="{2A253A55-EE89-4379-B042-72FEF255B8FB}" type="presParOf" srcId="{30540443-E4DD-4C1C-82F1-EF429DDD5DB4}" destId="{F690E648-2CBF-4548-91D2-94AA6862F49B}" srcOrd="4" destOrd="0" presId="urn:microsoft.com/office/officeart/2016/7/layout/BasicTimeline"/>
    <dgm:cxn modelId="{5EFA97A4-3E20-4A3C-A25B-0EAC98257F77}" type="presParOf" srcId="{5C9682B2-02C2-4DE2-8761-3143F0110AC6}" destId="{5B6406B8-10B8-4B83-9ED3-EEAD29E60C23}" srcOrd="5" destOrd="0" presId="urn:microsoft.com/office/officeart/2016/7/layout/BasicTimeline"/>
    <dgm:cxn modelId="{048C710F-CEFE-4BFE-B070-2C9E9515124E}" type="presParOf" srcId="{5C9682B2-02C2-4DE2-8761-3143F0110AC6}" destId="{56CE542D-518A-42FE-8DAE-602169FFF2A9}" srcOrd="6" destOrd="0" presId="urn:microsoft.com/office/officeart/2016/7/layout/BasicTimeline"/>
    <dgm:cxn modelId="{8F10C5A6-6433-4E45-829C-7ED0CEBE6E4A}" type="presParOf" srcId="{56CE542D-518A-42FE-8DAE-602169FFF2A9}" destId="{F2E99EB9-E45D-4F61-BCD8-2DFFAA5CF1AD}" srcOrd="0" destOrd="0" presId="urn:microsoft.com/office/officeart/2016/7/layout/BasicTimeline"/>
    <dgm:cxn modelId="{7A7EBC4B-6353-4240-BABF-9B20F18C6CDD}" type="presParOf" srcId="{56CE542D-518A-42FE-8DAE-602169FFF2A9}" destId="{A54551C1-455A-42F1-AE5E-258EE85318B9}" srcOrd="1" destOrd="0" presId="urn:microsoft.com/office/officeart/2016/7/layout/BasicTimeline"/>
    <dgm:cxn modelId="{E3D6520E-B131-464E-8B17-03B9A6C865A1}" type="presParOf" srcId="{A54551C1-455A-42F1-AE5E-258EE85318B9}" destId="{7B8D4787-2BAD-4FB5-B09A-ED5DA0EE96FD}" srcOrd="0" destOrd="0" presId="urn:microsoft.com/office/officeart/2016/7/layout/BasicTimeline"/>
    <dgm:cxn modelId="{6F7989CA-B410-455A-A50C-B717E14333CD}" type="presParOf" srcId="{A54551C1-455A-42F1-AE5E-258EE85318B9}" destId="{43DD3D90-A7BE-4AD0-9B85-44489DEB2D8D}" srcOrd="1" destOrd="0" presId="urn:microsoft.com/office/officeart/2016/7/layout/BasicTimeline"/>
    <dgm:cxn modelId="{B45F8853-4600-48F0-9CCD-54CA19F01C8D}" type="presParOf" srcId="{56CE542D-518A-42FE-8DAE-602169FFF2A9}" destId="{F6E0D175-A381-41DD-8D8B-BB496A35CD64}" srcOrd="2" destOrd="0" presId="urn:microsoft.com/office/officeart/2016/7/layout/BasicTimeline"/>
    <dgm:cxn modelId="{825E2811-809E-4AB7-8841-C354DF2F6CB5}" type="presParOf" srcId="{56CE542D-518A-42FE-8DAE-602169FFF2A9}" destId="{B028962D-E062-453F-89FC-F5AABCB3E102}" srcOrd="3" destOrd="0" presId="urn:microsoft.com/office/officeart/2016/7/layout/BasicTimeline"/>
    <dgm:cxn modelId="{014EEE7D-60CF-4980-A444-C518A4F97814}" type="presParOf" srcId="{56CE542D-518A-42FE-8DAE-602169FFF2A9}" destId="{8A8C3D25-F423-4DFB-A7FD-5EE022405152}" srcOrd="4" destOrd="0" presId="urn:microsoft.com/office/officeart/2016/7/layout/BasicTimeline"/>
    <dgm:cxn modelId="{455B85AB-AFB7-4D66-A618-D81E0656C478}" type="presParOf" srcId="{5C9682B2-02C2-4DE2-8761-3143F0110AC6}" destId="{B49AB3A4-D554-44D9-AC8D-FFC0F44CFBFC}" srcOrd="7" destOrd="0" presId="urn:microsoft.com/office/officeart/2016/7/layout/BasicTimeline"/>
    <dgm:cxn modelId="{B64CDF3C-3618-432F-8387-EBA0E3B6B02A}" type="presParOf" srcId="{5C9682B2-02C2-4DE2-8761-3143F0110AC6}" destId="{526C62EE-7C07-4F60-9558-271242655FF3}" srcOrd="8" destOrd="0" presId="urn:microsoft.com/office/officeart/2016/7/layout/BasicTimeline"/>
    <dgm:cxn modelId="{DF948699-CAFA-4B09-894C-B8BB9060FF67}" type="presParOf" srcId="{526C62EE-7C07-4F60-9558-271242655FF3}" destId="{C261863F-EE1E-428B-A197-9A43AB9E05E2}" srcOrd="0" destOrd="0" presId="urn:microsoft.com/office/officeart/2016/7/layout/BasicTimeline"/>
    <dgm:cxn modelId="{77551538-EDF0-4EA5-89C7-519D1D0A06C1}" type="presParOf" srcId="{526C62EE-7C07-4F60-9558-271242655FF3}" destId="{F56C94FC-EAEE-454F-A564-CDE41C228ED8}" srcOrd="1" destOrd="0" presId="urn:microsoft.com/office/officeart/2016/7/layout/BasicTimeline"/>
    <dgm:cxn modelId="{9E759170-3828-4DCA-AFB1-B95403DED560}" type="presParOf" srcId="{F56C94FC-EAEE-454F-A564-CDE41C228ED8}" destId="{837F045B-3246-4582-A6C4-ABF42EDA16A1}" srcOrd="0" destOrd="0" presId="urn:microsoft.com/office/officeart/2016/7/layout/BasicTimeline"/>
    <dgm:cxn modelId="{3F34A0D2-E0ED-472E-8527-3F430BB3A68D}" type="presParOf" srcId="{F56C94FC-EAEE-454F-A564-CDE41C228ED8}" destId="{101E15E9-1E06-4043-B9BB-D4D80F11414F}" srcOrd="1" destOrd="0" presId="urn:microsoft.com/office/officeart/2016/7/layout/BasicTimeline"/>
    <dgm:cxn modelId="{B2A890E4-0C0E-4C4A-BB69-6E05296C56C5}" type="presParOf" srcId="{526C62EE-7C07-4F60-9558-271242655FF3}" destId="{865266AC-4751-4266-B83C-8E985EBB02AE}" srcOrd="2" destOrd="0" presId="urn:microsoft.com/office/officeart/2016/7/layout/BasicTimeline"/>
    <dgm:cxn modelId="{505C8EFF-E8C0-43AF-806F-51E961ACD6EA}" type="presParOf" srcId="{526C62EE-7C07-4F60-9558-271242655FF3}" destId="{0A3FBF7D-C4FD-4393-A446-6471D30980C6}" srcOrd="3" destOrd="0" presId="urn:microsoft.com/office/officeart/2016/7/layout/BasicTimeline"/>
    <dgm:cxn modelId="{D58B8E40-5D92-45D9-B556-44856693A6D8}" type="presParOf" srcId="{526C62EE-7C07-4F60-9558-271242655FF3}" destId="{753D386C-1B54-424E-ADE4-B6E8BE3FB477}" srcOrd="4" destOrd="0" presId="urn:microsoft.com/office/officeart/2016/7/layout/BasicTimeline"/>
    <dgm:cxn modelId="{D1D3BC6B-69D0-40FD-8994-5758E85DAE39}" type="presParOf" srcId="{5C9682B2-02C2-4DE2-8761-3143F0110AC6}" destId="{8016F2F6-0573-441E-B163-FE6F3FDDBCA9}" srcOrd="9" destOrd="0" presId="urn:microsoft.com/office/officeart/2016/7/layout/BasicTimeline"/>
    <dgm:cxn modelId="{3F058C77-9B89-47F1-99AF-9790E0AD26FB}" type="presParOf" srcId="{5C9682B2-02C2-4DE2-8761-3143F0110AC6}" destId="{E49ADBB4-B53D-4E9E-9823-60B837838EFF}" srcOrd="10" destOrd="0" presId="urn:microsoft.com/office/officeart/2016/7/layout/BasicTimeline"/>
    <dgm:cxn modelId="{7C24F1BE-B9C0-4379-8967-D14DA1451F33}" type="presParOf" srcId="{E49ADBB4-B53D-4E9E-9823-60B837838EFF}" destId="{EFA4E3EA-C9BC-4AE2-B91D-4D066A3150CE}" srcOrd="0" destOrd="0" presId="urn:microsoft.com/office/officeart/2016/7/layout/BasicTimeline"/>
    <dgm:cxn modelId="{08A8452C-3F03-48E8-8DA4-9B28C9FF28C0}" type="presParOf" srcId="{E49ADBB4-B53D-4E9E-9823-60B837838EFF}" destId="{ECA00D57-5F0A-4D45-8B8B-ED779882BA14}" srcOrd="1" destOrd="0" presId="urn:microsoft.com/office/officeart/2016/7/layout/BasicTimeline"/>
    <dgm:cxn modelId="{2FA63036-0C65-4210-A86C-1659EAACB2DD}" type="presParOf" srcId="{ECA00D57-5F0A-4D45-8B8B-ED779882BA14}" destId="{10EB074C-2B9C-4201-9E5C-E8FFC3207506}" srcOrd="0" destOrd="0" presId="urn:microsoft.com/office/officeart/2016/7/layout/BasicTimeline"/>
    <dgm:cxn modelId="{362F742F-E11F-4EDA-86F1-18AD89099440}" type="presParOf" srcId="{ECA00D57-5F0A-4D45-8B8B-ED779882BA14}" destId="{C6B492C5-F650-4A95-B483-4DA94D4040AB}" srcOrd="1" destOrd="0" presId="urn:microsoft.com/office/officeart/2016/7/layout/BasicTimeline"/>
    <dgm:cxn modelId="{D5ADDC9C-7A75-4C0A-95FD-7CA58BA660F8}" type="presParOf" srcId="{E49ADBB4-B53D-4E9E-9823-60B837838EFF}" destId="{B7EDF79A-5F66-4089-ABEB-E7089EC5A911}" srcOrd="2" destOrd="0" presId="urn:microsoft.com/office/officeart/2016/7/layout/BasicTimeline"/>
    <dgm:cxn modelId="{BF0CEE7B-A304-46B3-9780-3A113D2B2C9E}" type="presParOf" srcId="{E49ADBB4-B53D-4E9E-9823-60B837838EFF}" destId="{C496FA79-0F01-48B6-987D-5B8F3576CB2B}" srcOrd="3" destOrd="0" presId="urn:microsoft.com/office/officeart/2016/7/layout/BasicTimeline"/>
    <dgm:cxn modelId="{4A5F6DEC-4F01-433A-90F7-1972DF315E48}" type="presParOf" srcId="{E49ADBB4-B53D-4E9E-9823-60B837838EFF}" destId="{6FFFB8B1-C39B-4291-999D-D9DC23AF5E96}" srcOrd="4" destOrd="0" presId="urn:microsoft.com/office/officeart/2016/7/layout/BasicTimeline"/>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BD2430-6B93-49AC-B0C1-D3FAE5DD9839}">
      <dsp:nvSpPr>
        <dsp:cNvPr id="0" name=""/>
        <dsp:cNvSpPr/>
      </dsp:nvSpPr>
      <dsp:spPr>
        <a:xfrm>
          <a:off x="0" y="2175669"/>
          <a:ext cx="10515600" cy="0"/>
        </a:xfrm>
        <a:prstGeom prst="line">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tailEnd type="triangle" w="lg" len="lg"/>
        </a:ln>
        <a:effectLst/>
      </dsp:spPr>
      <dsp:style>
        <a:lnRef idx="2">
          <a:scrgbClr r="0" g="0" b="0"/>
        </a:lnRef>
        <a:fillRef idx="1">
          <a:scrgbClr r="0" g="0" b="0"/>
        </a:fillRef>
        <a:effectRef idx="0">
          <a:scrgbClr r="0" g="0" b="0"/>
        </a:effectRef>
        <a:fontRef idx="minor"/>
      </dsp:style>
    </dsp:sp>
    <dsp:sp modelId="{C4EBD38A-D46A-4765-92D8-386727EBE289}">
      <dsp:nvSpPr>
        <dsp:cNvPr id="0" name=""/>
        <dsp:cNvSpPr/>
      </dsp:nvSpPr>
      <dsp:spPr>
        <a:xfrm>
          <a:off x="163022" y="2336668"/>
          <a:ext cx="2372171" cy="4917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622300">
            <a:lnSpc>
              <a:spcPct val="90000"/>
            </a:lnSpc>
            <a:spcBef>
              <a:spcPct val="0"/>
            </a:spcBef>
            <a:spcAft>
              <a:spcPct val="35000"/>
            </a:spcAft>
            <a:buNone/>
            <a:defRPr b="1"/>
          </a:pPr>
          <a:r>
            <a:rPr lang="en-US" sz="1400" kern="1200"/>
            <a:t>28 Sep. 2017</a:t>
          </a:r>
        </a:p>
      </dsp:txBody>
      <dsp:txXfrm>
        <a:off x="163022" y="2336668"/>
        <a:ext cx="2372171" cy="491701"/>
      </dsp:txXfrm>
    </dsp:sp>
    <dsp:sp modelId="{6BB4258C-5865-437A-92BB-AFA1A35CD155}">
      <dsp:nvSpPr>
        <dsp:cNvPr id="0" name=""/>
        <dsp:cNvSpPr/>
      </dsp:nvSpPr>
      <dsp:spPr>
        <a:xfrm>
          <a:off x="1283" y="607011"/>
          <a:ext cx="2695649" cy="741903"/>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l" defTabSz="533400">
            <a:lnSpc>
              <a:spcPct val="90000"/>
            </a:lnSpc>
            <a:spcBef>
              <a:spcPct val="0"/>
            </a:spcBef>
            <a:spcAft>
              <a:spcPct val="35000"/>
            </a:spcAft>
            <a:buNone/>
          </a:pPr>
          <a:r>
            <a:rPr lang="en-US" sz="1200" kern="1200"/>
            <a:t>Behavior Oriented Intelligence, Kenneth M’Bale</a:t>
          </a:r>
        </a:p>
      </dsp:txBody>
      <dsp:txXfrm>
        <a:off x="37500" y="643228"/>
        <a:ext cx="2623215" cy="669469"/>
      </dsp:txXfrm>
    </dsp:sp>
    <dsp:sp modelId="{2877D248-AA77-4F88-9C37-8BEC6214300F}">
      <dsp:nvSpPr>
        <dsp:cNvPr id="0" name=""/>
        <dsp:cNvSpPr/>
      </dsp:nvSpPr>
      <dsp:spPr>
        <a:xfrm>
          <a:off x="1349108" y="1348914"/>
          <a:ext cx="0" cy="826754"/>
        </a:xfrm>
        <a:prstGeom prst="line">
          <a:avLst/>
        </a:prstGeom>
        <a:noFill/>
        <a:ln w="6350" cap="flat" cmpd="sng" algn="ctr">
          <a:solidFill>
            <a:schemeClr val="accent1">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727BBD8C-3E52-4842-9404-390E42EB1931}">
      <dsp:nvSpPr>
        <dsp:cNvPr id="0" name=""/>
        <dsp:cNvSpPr/>
      </dsp:nvSpPr>
      <dsp:spPr>
        <a:xfrm>
          <a:off x="1726499" y="1522968"/>
          <a:ext cx="2372171" cy="4917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622300">
            <a:lnSpc>
              <a:spcPct val="90000"/>
            </a:lnSpc>
            <a:spcBef>
              <a:spcPct val="0"/>
            </a:spcBef>
            <a:spcAft>
              <a:spcPct val="35000"/>
            </a:spcAft>
            <a:buNone/>
            <a:defRPr b="1"/>
          </a:pPr>
          <a:r>
            <a:rPr lang="en-US" sz="1400" kern="1200"/>
            <a:t>12 May 2020</a:t>
          </a:r>
        </a:p>
      </dsp:txBody>
      <dsp:txXfrm>
        <a:off x="1726499" y="1522968"/>
        <a:ext cx="2372171" cy="491701"/>
      </dsp:txXfrm>
    </dsp:sp>
    <dsp:sp modelId="{CDE38C0B-AA1F-4665-A7B3-CEC5354EA78D}">
      <dsp:nvSpPr>
        <dsp:cNvPr id="0" name=""/>
        <dsp:cNvSpPr/>
      </dsp:nvSpPr>
      <dsp:spPr>
        <a:xfrm>
          <a:off x="1316473" y="2143033"/>
          <a:ext cx="65270" cy="65270"/>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F5543C8-7444-49BA-9E5C-9CD3F2E20D0B}">
      <dsp:nvSpPr>
        <dsp:cNvPr id="0" name=""/>
        <dsp:cNvSpPr/>
      </dsp:nvSpPr>
      <dsp:spPr>
        <a:xfrm>
          <a:off x="1564760" y="3002423"/>
          <a:ext cx="2695649" cy="741903"/>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l" defTabSz="533400">
            <a:lnSpc>
              <a:spcPct val="90000"/>
            </a:lnSpc>
            <a:spcBef>
              <a:spcPct val="0"/>
            </a:spcBef>
            <a:spcAft>
              <a:spcPct val="35000"/>
            </a:spcAft>
            <a:buNone/>
          </a:pPr>
          <a:r>
            <a:rPr lang="en-US" sz="1200" kern="1200"/>
            <a:t>A study on managing and explaining concept drift, Tagrid Alshalali</a:t>
          </a:r>
        </a:p>
      </dsp:txBody>
      <dsp:txXfrm>
        <a:off x="1600977" y="3038640"/>
        <a:ext cx="2623215" cy="669469"/>
      </dsp:txXfrm>
    </dsp:sp>
    <dsp:sp modelId="{F50FE66B-D081-4D53-A87D-C5C3BD30F37D}">
      <dsp:nvSpPr>
        <dsp:cNvPr id="0" name=""/>
        <dsp:cNvSpPr/>
      </dsp:nvSpPr>
      <dsp:spPr>
        <a:xfrm>
          <a:off x="2912585" y="2175668"/>
          <a:ext cx="0" cy="826754"/>
        </a:xfrm>
        <a:prstGeom prst="line">
          <a:avLst/>
        </a:prstGeom>
        <a:noFill/>
        <a:ln w="6350" cap="flat" cmpd="sng" algn="ctr">
          <a:solidFill>
            <a:schemeClr val="accent1">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75DF8580-2ACD-4B5D-AA37-3F738CAEDBAA}">
      <dsp:nvSpPr>
        <dsp:cNvPr id="0" name=""/>
        <dsp:cNvSpPr/>
      </dsp:nvSpPr>
      <dsp:spPr>
        <a:xfrm>
          <a:off x="3289975" y="2336668"/>
          <a:ext cx="2372171" cy="4917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622300">
            <a:lnSpc>
              <a:spcPct val="90000"/>
            </a:lnSpc>
            <a:spcBef>
              <a:spcPct val="0"/>
            </a:spcBef>
            <a:spcAft>
              <a:spcPct val="35000"/>
            </a:spcAft>
            <a:buNone/>
            <a:defRPr b="1"/>
          </a:pPr>
          <a:r>
            <a:rPr lang="en-US" sz="1400" kern="1200"/>
            <a:t>5 Nov. 2020</a:t>
          </a:r>
        </a:p>
      </dsp:txBody>
      <dsp:txXfrm>
        <a:off x="3289975" y="2336668"/>
        <a:ext cx="2372171" cy="491701"/>
      </dsp:txXfrm>
    </dsp:sp>
    <dsp:sp modelId="{7391F28A-67E6-4894-9E1A-F7FD66186C3D}">
      <dsp:nvSpPr>
        <dsp:cNvPr id="0" name=""/>
        <dsp:cNvSpPr/>
      </dsp:nvSpPr>
      <dsp:spPr>
        <a:xfrm>
          <a:off x="2879949" y="2143033"/>
          <a:ext cx="65270" cy="65270"/>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4C381E8-EE17-469F-83B0-88C71E4FA31A}">
      <dsp:nvSpPr>
        <dsp:cNvPr id="0" name=""/>
        <dsp:cNvSpPr/>
      </dsp:nvSpPr>
      <dsp:spPr>
        <a:xfrm>
          <a:off x="3128236" y="351982"/>
          <a:ext cx="2695649" cy="996932"/>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l" defTabSz="533400">
            <a:lnSpc>
              <a:spcPct val="90000"/>
            </a:lnSpc>
            <a:spcBef>
              <a:spcPct val="0"/>
            </a:spcBef>
            <a:spcAft>
              <a:spcPct val="35000"/>
            </a:spcAft>
            <a:buNone/>
          </a:pPr>
          <a:r>
            <a:rPr lang="en-US" sz="1200" kern="1200"/>
            <a:t>One-shot adaptive classification in dynamic environments: A study using radio frequency waveforms, Marvin Conn</a:t>
          </a:r>
        </a:p>
      </dsp:txBody>
      <dsp:txXfrm>
        <a:off x="3176902" y="400648"/>
        <a:ext cx="2598317" cy="899600"/>
      </dsp:txXfrm>
    </dsp:sp>
    <dsp:sp modelId="{45B120E7-ABAC-4A18-9EC7-24955DA4FE5E}">
      <dsp:nvSpPr>
        <dsp:cNvPr id="0" name=""/>
        <dsp:cNvSpPr/>
      </dsp:nvSpPr>
      <dsp:spPr>
        <a:xfrm>
          <a:off x="4476061" y="1348914"/>
          <a:ext cx="0" cy="826754"/>
        </a:xfrm>
        <a:prstGeom prst="line">
          <a:avLst/>
        </a:prstGeom>
        <a:noFill/>
        <a:ln w="6350" cap="flat" cmpd="sng" algn="ctr">
          <a:solidFill>
            <a:schemeClr val="accent1">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F2E99EB9-E45D-4F61-BCD8-2DFFAA5CF1AD}">
      <dsp:nvSpPr>
        <dsp:cNvPr id="0" name=""/>
        <dsp:cNvSpPr/>
      </dsp:nvSpPr>
      <dsp:spPr>
        <a:xfrm>
          <a:off x="4853452" y="1522968"/>
          <a:ext cx="2372171" cy="4917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622300">
            <a:lnSpc>
              <a:spcPct val="90000"/>
            </a:lnSpc>
            <a:spcBef>
              <a:spcPct val="0"/>
            </a:spcBef>
            <a:spcAft>
              <a:spcPct val="35000"/>
            </a:spcAft>
            <a:buNone/>
            <a:defRPr b="1"/>
          </a:pPr>
          <a:r>
            <a:rPr lang="en-US" sz="1400" kern="1200"/>
            <a:t>28 Sep. 2021</a:t>
          </a:r>
        </a:p>
      </dsp:txBody>
      <dsp:txXfrm>
        <a:off x="4853452" y="1522968"/>
        <a:ext cx="2372171" cy="491701"/>
      </dsp:txXfrm>
    </dsp:sp>
    <dsp:sp modelId="{FF987129-345A-47D8-A6DB-62ADC3C671E0}">
      <dsp:nvSpPr>
        <dsp:cNvPr id="0" name=""/>
        <dsp:cNvSpPr/>
      </dsp:nvSpPr>
      <dsp:spPr>
        <a:xfrm>
          <a:off x="4443426" y="2143033"/>
          <a:ext cx="65270" cy="65270"/>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B8D4787-2BAD-4FB5-B09A-ED5DA0EE96FD}">
      <dsp:nvSpPr>
        <dsp:cNvPr id="0" name=""/>
        <dsp:cNvSpPr/>
      </dsp:nvSpPr>
      <dsp:spPr>
        <a:xfrm>
          <a:off x="4691713" y="3002423"/>
          <a:ext cx="2695649" cy="996932"/>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l" defTabSz="533400">
            <a:lnSpc>
              <a:spcPct val="90000"/>
            </a:lnSpc>
            <a:spcBef>
              <a:spcPct val="0"/>
            </a:spcBef>
            <a:spcAft>
              <a:spcPct val="35000"/>
            </a:spcAft>
            <a:buNone/>
          </a:pPr>
          <a:r>
            <a:rPr lang="en-US" sz="1200" kern="1200"/>
            <a:t>Data Implantation – A novel method for handling dataset imbalance for rare events detection in machine learning, Francis Onodueze</a:t>
          </a:r>
        </a:p>
      </dsp:txBody>
      <dsp:txXfrm>
        <a:off x="4740379" y="3051089"/>
        <a:ext cx="2598317" cy="899600"/>
      </dsp:txXfrm>
    </dsp:sp>
    <dsp:sp modelId="{F6E0D175-A381-41DD-8D8B-BB496A35CD64}">
      <dsp:nvSpPr>
        <dsp:cNvPr id="0" name=""/>
        <dsp:cNvSpPr/>
      </dsp:nvSpPr>
      <dsp:spPr>
        <a:xfrm>
          <a:off x="6039538" y="2175668"/>
          <a:ext cx="0" cy="826754"/>
        </a:xfrm>
        <a:prstGeom prst="line">
          <a:avLst/>
        </a:prstGeom>
        <a:noFill/>
        <a:ln w="6350" cap="flat" cmpd="sng" algn="ctr">
          <a:solidFill>
            <a:schemeClr val="accent1">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C261863F-EE1E-428B-A197-9A43AB9E05E2}">
      <dsp:nvSpPr>
        <dsp:cNvPr id="0" name=""/>
        <dsp:cNvSpPr/>
      </dsp:nvSpPr>
      <dsp:spPr>
        <a:xfrm>
          <a:off x="6416929" y="2336668"/>
          <a:ext cx="2372171" cy="4917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622300">
            <a:lnSpc>
              <a:spcPct val="90000"/>
            </a:lnSpc>
            <a:spcBef>
              <a:spcPct val="0"/>
            </a:spcBef>
            <a:spcAft>
              <a:spcPct val="35000"/>
            </a:spcAft>
            <a:buNone/>
            <a:defRPr b="1"/>
          </a:pPr>
          <a:r>
            <a:rPr lang="en-US" sz="1400" kern="1200"/>
            <a:t>3 May 2022</a:t>
          </a:r>
        </a:p>
      </dsp:txBody>
      <dsp:txXfrm>
        <a:off x="6416929" y="2336668"/>
        <a:ext cx="2372171" cy="491701"/>
      </dsp:txXfrm>
    </dsp:sp>
    <dsp:sp modelId="{B028962D-E062-453F-89FC-F5AABCB3E102}">
      <dsp:nvSpPr>
        <dsp:cNvPr id="0" name=""/>
        <dsp:cNvSpPr/>
      </dsp:nvSpPr>
      <dsp:spPr>
        <a:xfrm>
          <a:off x="6006903" y="2143033"/>
          <a:ext cx="65270" cy="65270"/>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37F045B-3246-4582-A6C4-ABF42EDA16A1}">
      <dsp:nvSpPr>
        <dsp:cNvPr id="0" name=""/>
        <dsp:cNvSpPr/>
      </dsp:nvSpPr>
      <dsp:spPr>
        <a:xfrm>
          <a:off x="6255190" y="537458"/>
          <a:ext cx="2695649" cy="811456"/>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l" defTabSz="533400">
            <a:lnSpc>
              <a:spcPct val="90000"/>
            </a:lnSpc>
            <a:spcBef>
              <a:spcPct val="0"/>
            </a:spcBef>
            <a:spcAft>
              <a:spcPct val="35000"/>
            </a:spcAft>
            <a:buNone/>
          </a:pPr>
          <a:r>
            <a:rPr lang="en-US" sz="1200" kern="1200"/>
            <a:t>A two-level filter learner (TLFL): An approach to train predictive models for noisy datasets, Eman Allogmani</a:t>
          </a:r>
        </a:p>
      </dsp:txBody>
      <dsp:txXfrm>
        <a:off x="6294802" y="577070"/>
        <a:ext cx="2616425" cy="732232"/>
      </dsp:txXfrm>
    </dsp:sp>
    <dsp:sp modelId="{865266AC-4751-4266-B83C-8E985EBB02AE}">
      <dsp:nvSpPr>
        <dsp:cNvPr id="0" name=""/>
        <dsp:cNvSpPr/>
      </dsp:nvSpPr>
      <dsp:spPr>
        <a:xfrm>
          <a:off x="7603014" y="1348914"/>
          <a:ext cx="0" cy="826754"/>
        </a:xfrm>
        <a:prstGeom prst="line">
          <a:avLst/>
        </a:prstGeom>
        <a:noFill/>
        <a:ln w="6350" cap="flat" cmpd="sng" algn="ctr">
          <a:solidFill>
            <a:schemeClr val="accent1">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EFA4E3EA-C9BC-4AE2-B91D-4D066A3150CE}">
      <dsp:nvSpPr>
        <dsp:cNvPr id="0" name=""/>
        <dsp:cNvSpPr/>
      </dsp:nvSpPr>
      <dsp:spPr>
        <a:xfrm>
          <a:off x="7980405" y="1522968"/>
          <a:ext cx="2372171" cy="4917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622300">
            <a:lnSpc>
              <a:spcPct val="90000"/>
            </a:lnSpc>
            <a:spcBef>
              <a:spcPct val="0"/>
            </a:spcBef>
            <a:spcAft>
              <a:spcPct val="35000"/>
            </a:spcAft>
            <a:buNone/>
            <a:defRPr b="1"/>
          </a:pPr>
          <a:r>
            <a:rPr lang="en-US" sz="1400" kern="1200"/>
            <a:t>10 May 2023</a:t>
          </a:r>
        </a:p>
      </dsp:txBody>
      <dsp:txXfrm>
        <a:off x="7980405" y="1522968"/>
        <a:ext cx="2372171" cy="491701"/>
      </dsp:txXfrm>
    </dsp:sp>
    <dsp:sp modelId="{0A3FBF7D-C4FD-4393-A446-6471D30980C6}">
      <dsp:nvSpPr>
        <dsp:cNvPr id="0" name=""/>
        <dsp:cNvSpPr/>
      </dsp:nvSpPr>
      <dsp:spPr>
        <a:xfrm>
          <a:off x="7570379" y="2143033"/>
          <a:ext cx="65270" cy="65270"/>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0EB074C-2B9C-4201-9E5C-E8FFC3207506}">
      <dsp:nvSpPr>
        <dsp:cNvPr id="0" name=""/>
        <dsp:cNvSpPr/>
      </dsp:nvSpPr>
      <dsp:spPr>
        <a:xfrm>
          <a:off x="7818666" y="3002423"/>
          <a:ext cx="2695649" cy="1182408"/>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l" defTabSz="533400">
            <a:lnSpc>
              <a:spcPct val="90000"/>
            </a:lnSpc>
            <a:spcBef>
              <a:spcPct val="0"/>
            </a:spcBef>
            <a:spcAft>
              <a:spcPct val="35000"/>
            </a:spcAft>
            <a:buNone/>
          </a:pPr>
          <a:r>
            <a:rPr lang="en-US" sz="1200" kern="1200"/>
            <a:t>Long-Term Dependency Margin Maximization Model (LTDM3):</a:t>
          </a:r>
          <a:br>
            <a:rPr lang="en-US" sz="1200" kern="1200"/>
          </a:br>
          <a:r>
            <a:rPr lang="en-US" sz="1200" kern="1200"/>
            <a:t>Dealing with Concept Drift in Personalized Learning Systems, Bander Allogmany</a:t>
          </a:r>
        </a:p>
      </dsp:txBody>
      <dsp:txXfrm>
        <a:off x="7876386" y="3060143"/>
        <a:ext cx="2580209" cy="1066968"/>
      </dsp:txXfrm>
    </dsp:sp>
    <dsp:sp modelId="{B7EDF79A-5F66-4089-ABEB-E7089EC5A911}">
      <dsp:nvSpPr>
        <dsp:cNvPr id="0" name=""/>
        <dsp:cNvSpPr/>
      </dsp:nvSpPr>
      <dsp:spPr>
        <a:xfrm>
          <a:off x="9166491" y="2175668"/>
          <a:ext cx="0" cy="826754"/>
        </a:xfrm>
        <a:prstGeom prst="line">
          <a:avLst/>
        </a:prstGeom>
        <a:noFill/>
        <a:ln w="6350" cap="flat" cmpd="sng" algn="ctr">
          <a:solidFill>
            <a:schemeClr val="accent1">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C496FA79-0F01-48B6-987D-5B8F3576CB2B}">
      <dsp:nvSpPr>
        <dsp:cNvPr id="0" name=""/>
        <dsp:cNvSpPr/>
      </dsp:nvSpPr>
      <dsp:spPr>
        <a:xfrm>
          <a:off x="9133856" y="2143033"/>
          <a:ext cx="65270" cy="65270"/>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16/7/layout/BasicTimeline">
  <dgm:title val="Basic Timeline"/>
  <dgm:desc val="Use to show a list of events in chronological order. The rounded rectangular shape contains the description while the date is shown below on the time line. It's the perfect SmartArt for displaying large amount of text with a medium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dgm:constr type="ctrY" for="ch" forName="divider" refType="h" fact="0.5"/>
      <dgm:constr type="l" for="ch" forName="divider"/>
      <dgm:constr type="w" for="ch" forName="nodes" refType="w"/>
      <dgm:constr type="h" for="ch" forName="nodes" refType="h"/>
    </dgm:constrLst>
    <dgm:layoutNode name="divider" styleLbl="fgAccFollowNode1">
      <dgm:alg type="sp"/>
      <dgm:choose name="ArrowShape">
        <dgm:if name="ArrowShapeLTR" func="var" arg="dir" op="equ" val="norm">
          <dgm:shape xmlns:r="http://schemas.openxmlformats.org/officeDocument/2006/relationships" type="line" r:blip="" zOrderOff="-1">
            <dgm:adjLst/>
            <dgm:extLst>
              <a:ext uri="{B698B0E9-8C71-41B9-8309-B3DCBF30829C}">
                <dgm1612:spPr xmlns:dgm1612="http://schemas.microsoft.com/office/drawing/2016/12/diagram">
                  <a:ln>
                    <a:tailEnd type="triangle" w="lg" len="lg"/>
                  </a:ln>
                </dgm1612:spPr>
              </a:ext>
            </dgm:extLst>
          </dgm:shape>
        </dgm:if>
        <dgm:else name="ArrowShapeRTL">
          <dgm:shape xmlns:r="http://schemas.openxmlformats.org/officeDocument/2006/relationships" type="line" r:blip="" zOrderOff="-1">
            <dgm:adjLst/>
            <dgm:extLst>
              <a:ext uri="{B698B0E9-8C71-41B9-8309-B3DCBF30829C}">
                <dgm1612:spPr xmlns:dgm1612="http://schemas.microsoft.com/office/drawing/2016/12/diagram">
                  <a:ln>
                    <a:headEnd type="triangle" w="lg" len="lg"/>
                  </a:ln>
                </dgm1612:spPr>
              </a:ext>
            </dgm:extLst>
          </dgm:shape>
        </dgm:else>
      </dgm:choos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presOf/>
      <dgm:shape xmlns:r="http://schemas.openxmlformats.org/officeDocument/2006/relationships" r:blip="">
        <dgm:adjLst/>
      </dgm:shape>
      <dgm:choose name="constrBasedOnChildrenCount">
        <dgm:if name="constrForTwoChildren" axis="ch" ptType="node" func="cnt" op="lte" val="2">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16"/>
            <dgm:constr type="w" for="ch" ptType="sibTrans" op="equ"/>
            <dgm:constr type="primFontSz" for="des" forName="L1TextContainer" op="equ"/>
            <dgm:constr type="primFontSz" for="des" forName="L2TextContainer" op="equ"/>
          </dgm:constrLst>
        </dgm:if>
        <dgm:else name="constrForRest">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42"/>
            <dgm:constr type="w" for="ch" ptType="sibTrans" op="equ"/>
            <dgm:constr type="primFontSz" for="des" forName="L1TextContainer" op="equ"/>
            <dgm:constr type="primFontSz" for="des" forName="L2TextContainer" op="equ"/>
          </dgm:constrLst>
        </dgm:else>
      </dgm:choose>
      <dgm:forEach name="nodesForEach" axis="ch" ptType="node">
        <dgm:layoutNode name="composite">
          <dgm:alg type="composite"/>
          <dgm:shape xmlns:r="http://schemas.openxmlformats.org/officeDocument/2006/relationships" r:blip="">
            <dgm:adjLst/>
          </dgm:shape>
          <dgm:choose name="CaseForPlacingNodesAboveAndBelowDivider">
            <dgm:if name="CaseForPlacingNodeAboveDivider" axis="self" ptType="node" func="posOdd" op="equ" val="1">
              <dgm:constrLst>
                <dgm:constr type="w" for="ch" forName="L1TextContainer" refType="w" fact="0.88"/>
                <dgm:constr type="l" for="ch" forName="L1TextContainer" refType="w" fact="0.06"/>
                <dgm:constr type="t" for="ch" forName="L1TextContainer" refType="h" fact="0.537"/>
                <dgm:constr type="h" for="ch" forName="L1TextContainer" refType="h" fact="0.113"/>
                <dgm:constr type="w" for="ch" forName="L2TextContainerWrapper" refType="w"/>
                <dgm:constr type="h" for="ch" forName="L2TextContainerWrapper" refType="h" fact="0.31"/>
                <dgm:constr type="b" for="ch" forName="L2TextContainerWrapper" refType="h" fact="0.31"/>
                <dgm:constr type="w" for="ch" forName="ConnectLine"/>
                <dgm:constr type="l" for="ch" forName="ConnectLine" refType="w" fact="0.5"/>
                <dgm:constr type="h" for="ch" forName="ConnectLine" refType="h" fact="0.19"/>
                <dgm:constr type="t" for="ch" forName="ConnectLine" refType="h" fact="0.31"/>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t" for="ch" forName="EmptyPlaceHolder" refType="h" fact="0.65"/>
                <dgm:constr type="h" for="ch" forName="EmptyPlaceHolder" refType="h" fact="0.35"/>
              </dgm:constrLst>
            </dgm:if>
            <dgm:else name="CaseForPlacingNodeBelowDivider">
              <dgm:constrLst>
                <dgm:constr type="w" for="ch" forName="L1TextContainer" refType="w" fact="0.88"/>
                <dgm:constr type="l" for="ch" forName="L1TextContainer" refType="w" fact="0.06"/>
                <dgm:constr type="t" for="ch" forName="L1TextContainer" refType="h" fact="0.35"/>
                <dgm:constr type="h" for="ch" forName="L1TextContainer" refType="h" fact="0.113"/>
                <dgm:constr type="w" for="ch" forName="L2TextContainerWrapper" refType="w"/>
                <dgm:constr type="h" for="ch" forName="L2TextContainerWrapper" refType="h" fact="0.31"/>
                <dgm:constr type="t" for="ch" forName="L2TextContainerWrapper" refType="h" fact="0.69"/>
                <dgm:constr type="w" for="ch" forName="ConnectLine"/>
                <dgm:constr type="l" for="ch" forName="ConnectLine" refType="w" fact="0.5"/>
                <dgm:constr type="h" for="ch" forName="ConnectLine" refType="h" fact="0.19"/>
                <dgm:constr type="t" for="ch" forName="ConnectLine" refType="h" fact="0.5"/>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h" for="ch" forName="EmptyPlaceHolder" refType="h" fact="0.35"/>
                <dgm:constr type="t" for="ch" forName="EmptyPlaceHolder" refType="h" fact="0"/>
              </dgm:constrLst>
            </dgm:else>
          </dgm:choose>
          <dgm:layoutNode name="L1TextContainer" styleLbl="revTx">
            <dgm:varLst>
              <dgm:chMax val="1"/>
              <dgm:chPref val="1"/>
              <dgm:bulletEnabled val="1"/>
            </dgm:varLst>
            <dgm:choose name="casesForTxtDirLogic">
              <dgm:if name="Name78" axis="self" ptType="node" func="posOdd" op="equ" val="1">
                <dgm:alg type="tx">
                  <dgm:param type="txAnchorHorz" val="ctr"/>
                  <dgm:param type="txAnchorVert" val="t"/>
                  <dgm:param type="parTxLTRAlign" val="ctr"/>
                  <dgm:param type="parTxRTLAlign" val="ctr"/>
                </dgm:alg>
              </dgm:if>
              <dgm:else name="Name89">
                <dgm:alg type="tx">
                  <dgm:param type="txAnchorHorz" val="ctr"/>
                  <dgm:param type="txAnchorVert" val="b"/>
                  <dgm:param type="parTxLTRAlign" val="ctr"/>
                  <dgm:param type="parTxRTLAlign" val="ctr"/>
                </dgm:alg>
              </dgm:else>
            </dgm:choose>
            <dgm:shape xmlns:r="http://schemas.openxmlformats.org/officeDocument/2006/relationships" type="rect" r:blip="">
              <dgm:adjLst/>
            </dgm:shape>
            <dgm:presOf axis="self"/>
            <dgm:constrLst>
              <dgm:constr type="lMarg"/>
              <dgm:constr type="rMarg"/>
              <dgm:constr type="tMarg"/>
              <dgm:constr type="bMarg"/>
            </dgm:constrLst>
            <dgm:ruleLst>
              <dgm:rule type="primFontSz" val="14" fact="NaN" max="NaN"/>
            </dgm:ruleLst>
          </dgm:layoutNode>
          <dgm:layoutNode name="L2TextContainerWrapper">
            <dgm:varLst>
              <dgm:chMax val="0"/>
              <dgm:chPref val="0"/>
              <dgm:bulletEnabled val="1"/>
            </dgm:varLst>
            <dgm:alg type="composite"/>
            <dgm:choose name="L2TextContainerConstr">
              <dgm:if name="CaseForPlacingL2TextContaineAboveDivider" axis="self" ptType="node" func="posOdd" op="equ" val="1">
                <dgm:constrLst>
                  <dgm:constr type="h" for="ch" forName="L2TextContainer" refType="h" fact="0.55"/>
                  <dgm:constr type="b" for="ch" forName="L2TextContainer" refType="h"/>
                  <dgm:constr type="h" for="ch" forName="FlexibleEmptyPlaceHolder" refType="h" fact="0.45"/>
                </dgm:constrLst>
              </dgm:if>
              <dgm:else name="CaseForPlacingL2TextContaineBelowDivider">
                <dgm:constrLst>
                  <dgm:constr type="h" for="ch" forName="L2TextContainer" refType="h" fact="0.55"/>
                  <dgm:constr type="h" for="ch" forName="FlexibleEmptyPlaceHolder" refType="h" fact="0.45"/>
                  <dgm:constr type="b" for="ch" forName="FlexibleEmptyPlaceHolder" refType="h"/>
                </dgm:constrLst>
              </dgm:else>
            </dgm:choose>
            <dgm:layoutNode name="L2TextContainer" styleLbl="bgAcc1">
              <dgm:choose name="L2TextContainerAlgo">
                <dgm:if name="L2TextContainerAlgoLTR" func="var" arg="dir" op="equ" val="norm">
                  <dgm:alg type="tx">
                    <dgm:param type="txAnchorVert" val="mid"/>
                    <dgm:param type="parTxRTLAlign" val="l"/>
                    <dgm:param type="parTxLTRAlign" val="l"/>
                    <dgm:param type="txAnchorVertCh" val="mid"/>
                    <dgm:param type="shpTxRTLAlignCh" val="l"/>
                    <dgm:param type="shpTxLTRAlignCh" val="l"/>
                  </dgm:alg>
                </dgm:if>
                <dgm:else name="L2TextContainerAlgoRTL">
                  <dgm:alg type="tx">
                    <dgm:param type="txAnchorVert" val="mid"/>
                    <dgm:param type="parTxRTLAlign" val="r"/>
                    <dgm:param type="parTxLTRAlign" val="r"/>
                    <dgm:param type="txAnchorVertCh" val="mid"/>
                    <dgm:param type="shpTxRTLAlignCh" val="r"/>
                    <dgm:param type="shpTxLTRAlignCh" val="r"/>
                  </dgm:alg>
                </dgm:else>
              </dgm:choose>
              <dgm:shape xmlns:r="http://schemas.openxmlformats.org/officeDocument/2006/relationships" type="roundRect" r:blip="">
                <dgm:adjLst/>
              </dgm:shape>
              <dgm:presOf axis="des" ptType="node"/>
              <dgm:constrLst>
                <dgm:constr type="primFontSz" val="17"/>
                <dgm:constr type="lMarg" refType="primFontSz" fact="0.7"/>
                <dgm:constr type="rMarg" refType="primFontSz" fact="0.7"/>
                <dgm:constr type="tMarg" refType="primFontSz" fact="0.7"/>
                <dgm:constr type="bMarg" refType="primFontSz" fact="0.7"/>
              </dgm:constrLst>
              <dgm:ruleLst>
                <dgm:rule type="primFontSz" val="12" fact="NaN" max="NaN"/>
                <dgm:rule type="secFontSz" val="10" fact="NaN" max="NaN"/>
                <dgm:rule type="h" val="INF" fact="NaN" max="NaN"/>
              </dgm:ruleLst>
            </dgm:layoutNode>
            <dgm:layoutNode name="FlexibleEmptyPlaceHolder">
              <dgm:alg type="sp"/>
              <dgm:shape xmlns:r="http://schemas.openxmlformats.org/officeDocument/2006/relationships" r:blip="">
                <dgm:adjLst/>
              </dgm:shape>
              <dgm:presOf/>
              <dgm:constrLst/>
            </dgm:layoutNode>
          </dgm:layoutNode>
          <dgm:layoutNode name="ConnectLine" styleLbl="sibTrans1D1" moveWith="L2TextContainer">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orPoint" styleLbl="alignNode1" moveWith="L2TextContainer">
            <dgm:alg type="sp"/>
            <dgm:shape xmlns:r="http://schemas.openxmlformats.org/officeDocument/2006/relationships" type="ellipse" r:blip="" zOrderOff="1">
              <dgm:adj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Node>
  <dgm:extLst>
    <a:ext uri="{68A01E43-0DF5-4B5B-8FA6-DAF915123BFB}">
      <dgm1612:lstStyle xmlns:dgm1612="http://schemas.microsoft.com/office/drawing/2016/12/diagram">
        <a:lvl1pPr>
          <a:defRPr b="1"/>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1E85464-A6E8-4078-97F1-762668E3F535}" type="datetimeFigureOut">
              <a:rPr lang="en-US" smtClean="0"/>
              <a:t>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DEFB56-225E-488E-AAF6-E7E2EA413993}" type="slidenum">
              <a:rPr lang="en-US" smtClean="0"/>
              <a:t>‹#›</a:t>
            </a:fld>
            <a:endParaRPr lang="en-US"/>
          </a:p>
        </p:txBody>
      </p:sp>
    </p:spTree>
    <p:extLst>
      <p:ext uri="{BB962C8B-B14F-4D97-AF65-F5344CB8AC3E}">
        <p14:creationId xmlns:p14="http://schemas.microsoft.com/office/powerpoint/2010/main" val="22973262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DEFB56-225E-488E-AAF6-E7E2EA413993}" type="slidenum">
              <a:rPr lang="en-US" smtClean="0"/>
              <a:t>1</a:t>
            </a:fld>
            <a:endParaRPr lang="en-US"/>
          </a:p>
        </p:txBody>
      </p:sp>
    </p:spTree>
    <p:extLst>
      <p:ext uri="{BB962C8B-B14F-4D97-AF65-F5344CB8AC3E}">
        <p14:creationId xmlns:p14="http://schemas.microsoft.com/office/powerpoint/2010/main" val="27028050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1C1D1E"/>
                </a:solidFill>
                <a:effectLst/>
                <a:latin typeface="Open Sans" panose="020B0606030504020204" pitchFamily="34" charset="0"/>
              </a:rPr>
              <a:t>Deep reinforcement learning: A deep RL </a:t>
            </a:r>
            <a:r>
              <a:rPr lang="en-US" b="0" i="1" dirty="0">
                <a:solidFill>
                  <a:srgbClr val="1C1D1E"/>
                </a:solidFill>
                <a:effectLst/>
                <a:latin typeface="Open Sans" panose="020B0606030504020204" pitchFamily="34" charset="0"/>
              </a:rPr>
              <a:t>agent</a:t>
            </a:r>
            <a:r>
              <a:rPr lang="en-US" b="0" i="0" dirty="0">
                <a:solidFill>
                  <a:srgbClr val="1C1D1E"/>
                </a:solidFill>
                <a:effectLst/>
                <a:latin typeface="Open Sans" panose="020B0606030504020204" pitchFamily="34" charset="0"/>
              </a:rPr>
              <a:t> uses a </a:t>
            </a:r>
            <a:r>
              <a:rPr lang="en-US" b="0" i="1" dirty="0">
                <a:solidFill>
                  <a:srgbClr val="1C1D1E"/>
                </a:solidFill>
                <a:effectLst/>
                <a:latin typeface="Open Sans" panose="020B0606030504020204" pitchFamily="34" charset="0"/>
              </a:rPr>
              <a:t>neural network</a:t>
            </a:r>
            <a:r>
              <a:rPr lang="en-US" b="0" i="0" dirty="0">
                <a:solidFill>
                  <a:srgbClr val="1C1D1E"/>
                </a:solidFill>
                <a:effectLst/>
                <a:latin typeface="Open Sans" panose="020B0606030504020204" pitchFamily="34" charset="0"/>
              </a:rPr>
              <a:t> to select an </a:t>
            </a:r>
            <a:r>
              <a:rPr lang="en-US" b="0" i="1" dirty="0">
                <a:solidFill>
                  <a:srgbClr val="1C1D1E"/>
                </a:solidFill>
                <a:effectLst/>
                <a:latin typeface="Open Sans" panose="020B0606030504020204" pitchFamily="34" charset="0"/>
              </a:rPr>
              <a:t>action</a:t>
            </a:r>
            <a:r>
              <a:rPr lang="en-US" b="0" i="0" dirty="0">
                <a:solidFill>
                  <a:srgbClr val="1C1D1E"/>
                </a:solidFill>
                <a:effectLst/>
                <a:latin typeface="Open Sans" panose="020B0606030504020204" pitchFamily="34" charset="0"/>
              </a:rPr>
              <a:t> in response to an </a:t>
            </a:r>
            <a:r>
              <a:rPr lang="en-US" b="0" i="1" dirty="0">
                <a:solidFill>
                  <a:srgbClr val="1C1D1E"/>
                </a:solidFill>
                <a:effectLst/>
                <a:latin typeface="Open Sans" panose="020B0606030504020204" pitchFamily="34" charset="0"/>
              </a:rPr>
              <a:t>observation</a:t>
            </a:r>
            <a:r>
              <a:rPr lang="en-US" b="0" i="0" dirty="0">
                <a:solidFill>
                  <a:srgbClr val="1C1D1E"/>
                </a:solidFill>
                <a:effectLst/>
                <a:latin typeface="Open Sans" panose="020B0606030504020204" pitchFamily="34" charset="0"/>
              </a:rPr>
              <a:t> of the </a:t>
            </a:r>
            <a:r>
              <a:rPr lang="en-US" b="0" i="1" dirty="0">
                <a:solidFill>
                  <a:srgbClr val="1C1D1E"/>
                </a:solidFill>
                <a:effectLst/>
                <a:latin typeface="Open Sans" panose="020B0606030504020204" pitchFamily="34" charset="0"/>
              </a:rPr>
              <a:t>environment and</a:t>
            </a:r>
            <a:r>
              <a:rPr lang="en-US" b="0" i="0" dirty="0">
                <a:solidFill>
                  <a:srgbClr val="1C1D1E"/>
                </a:solidFill>
                <a:effectLst/>
                <a:latin typeface="Open Sans" panose="020B0606030504020204" pitchFamily="34" charset="0"/>
              </a:rPr>
              <a:t> receives a </a:t>
            </a:r>
            <a:r>
              <a:rPr lang="en-US" b="0" i="1" dirty="0">
                <a:solidFill>
                  <a:srgbClr val="1C1D1E"/>
                </a:solidFill>
                <a:effectLst/>
                <a:latin typeface="Open Sans" panose="020B0606030504020204" pitchFamily="34" charset="0"/>
              </a:rPr>
              <a:t>reward</a:t>
            </a:r>
            <a:r>
              <a:rPr lang="en-US" b="0" i="0" dirty="0">
                <a:solidFill>
                  <a:srgbClr val="1C1D1E"/>
                </a:solidFill>
                <a:effectLst/>
                <a:latin typeface="Open Sans" panose="020B0606030504020204" pitchFamily="34" charset="0"/>
              </a:rPr>
              <a:t> from the environment as a result.</a:t>
            </a:r>
          </a:p>
          <a:p>
            <a:endParaRPr lang="en-US" b="0" i="0" dirty="0">
              <a:solidFill>
                <a:srgbClr val="1C1D1E"/>
              </a:solidFill>
              <a:effectLst/>
              <a:latin typeface="Open Sans" panose="020B0606030504020204" pitchFamily="34" charset="0"/>
            </a:endParaRPr>
          </a:p>
          <a:p>
            <a:r>
              <a:rPr lang="en-US" b="0" i="0" dirty="0">
                <a:solidFill>
                  <a:srgbClr val="1C1D1E"/>
                </a:solidFill>
                <a:effectLst/>
                <a:latin typeface="Open Sans" panose="020B0606030504020204" pitchFamily="34" charset="0"/>
              </a:rPr>
              <a:t>During </a:t>
            </a:r>
            <a:r>
              <a:rPr lang="en-US" b="0" i="1" dirty="0">
                <a:solidFill>
                  <a:srgbClr val="1C1D1E"/>
                </a:solidFill>
                <a:effectLst/>
                <a:latin typeface="Open Sans" panose="020B0606030504020204" pitchFamily="34" charset="0"/>
              </a:rPr>
              <a:t>training</a:t>
            </a:r>
            <a:r>
              <a:rPr lang="en-US" b="0" i="0" dirty="0">
                <a:solidFill>
                  <a:srgbClr val="1C1D1E"/>
                </a:solidFill>
                <a:effectLst/>
                <a:latin typeface="Open Sans" panose="020B0606030504020204" pitchFamily="34" charset="0"/>
              </a:rPr>
              <a:t>, the agent tries to maximize its cumulative reward by interacting with the environment and learning from experience. </a:t>
            </a:r>
          </a:p>
          <a:p>
            <a:endParaRPr lang="en-US" b="0" i="0" dirty="0">
              <a:solidFill>
                <a:srgbClr val="1C1D1E"/>
              </a:solidFill>
              <a:effectLst/>
              <a:latin typeface="Open Sans" panose="020B0606030504020204" pitchFamily="34" charset="0"/>
            </a:endParaRPr>
          </a:p>
          <a:p>
            <a:r>
              <a:rPr lang="en-US" b="0" i="0" dirty="0">
                <a:solidFill>
                  <a:srgbClr val="1C1D1E"/>
                </a:solidFill>
                <a:effectLst/>
                <a:latin typeface="Open Sans" panose="020B0606030504020204" pitchFamily="34" charset="0"/>
              </a:rPr>
              <a:t>In the RL loop, the agent performs an action, then the environment returns a reward and an observation of the environment's state. The agent-environment loop continues until the environment reaches a terminal state, after which the environment will reset, causing a new </a:t>
            </a:r>
            <a:r>
              <a:rPr lang="en-US" b="0" i="1" dirty="0">
                <a:solidFill>
                  <a:srgbClr val="1C1D1E"/>
                </a:solidFill>
                <a:effectLst/>
                <a:latin typeface="Open Sans" panose="020B0606030504020204" pitchFamily="34" charset="0"/>
              </a:rPr>
              <a:t>episode</a:t>
            </a:r>
            <a:r>
              <a:rPr lang="en-US" b="0" i="0" dirty="0">
                <a:solidFill>
                  <a:srgbClr val="1C1D1E"/>
                </a:solidFill>
                <a:effectLst/>
                <a:latin typeface="Open Sans" panose="020B0606030504020204" pitchFamily="34" charset="0"/>
              </a:rPr>
              <a:t> to begin. </a:t>
            </a:r>
          </a:p>
          <a:p>
            <a:endParaRPr lang="en-US" b="0" i="0" dirty="0">
              <a:solidFill>
                <a:srgbClr val="1C1D1E"/>
              </a:solidFill>
              <a:effectLst/>
              <a:latin typeface="Open Sans" panose="020B0606030504020204" pitchFamily="34" charset="0"/>
            </a:endParaRPr>
          </a:p>
          <a:p>
            <a:r>
              <a:rPr lang="en-US" b="0" i="0" dirty="0">
                <a:solidFill>
                  <a:srgbClr val="1C1D1E"/>
                </a:solidFill>
                <a:effectLst/>
                <a:latin typeface="Open Sans" panose="020B0606030504020204" pitchFamily="34" charset="0"/>
              </a:rPr>
              <a:t>Across training episodes, the agent will continually update the </a:t>
            </a:r>
            <a:r>
              <a:rPr lang="en-US" b="0" i="1" dirty="0">
                <a:solidFill>
                  <a:srgbClr val="1C1D1E"/>
                </a:solidFill>
                <a:effectLst/>
                <a:latin typeface="Open Sans" panose="020B0606030504020204" pitchFamily="34" charset="0"/>
              </a:rPr>
              <a:t>parameters</a:t>
            </a:r>
            <a:r>
              <a:rPr lang="en-US" b="0" i="0" dirty="0">
                <a:solidFill>
                  <a:srgbClr val="1C1D1E"/>
                </a:solidFill>
                <a:effectLst/>
                <a:latin typeface="Open Sans" panose="020B0606030504020204" pitchFamily="34" charset="0"/>
              </a:rPr>
              <a:t> in its neural network, so that the agent will select better actions. </a:t>
            </a:r>
            <a:endParaRPr lang="en-US" dirty="0"/>
          </a:p>
        </p:txBody>
      </p:sp>
      <p:sp>
        <p:nvSpPr>
          <p:cNvPr id="4" name="Slide Number Placeholder 3"/>
          <p:cNvSpPr>
            <a:spLocks noGrp="1"/>
          </p:cNvSpPr>
          <p:nvPr>
            <p:ph type="sldNum" sz="quarter" idx="5"/>
          </p:nvPr>
        </p:nvSpPr>
        <p:spPr/>
        <p:txBody>
          <a:bodyPr/>
          <a:lstStyle/>
          <a:p>
            <a:fld id="{C5DEFB56-225E-488E-AAF6-E7E2EA413993}" type="slidenum">
              <a:rPr lang="en-US" smtClean="0"/>
              <a:t>4</a:t>
            </a:fld>
            <a:endParaRPr lang="en-US"/>
          </a:p>
        </p:txBody>
      </p:sp>
    </p:spTree>
    <p:extLst>
      <p:ext uri="{BB962C8B-B14F-4D97-AF65-F5344CB8AC3E}">
        <p14:creationId xmlns:p14="http://schemas.microsoft.com/office/powerpoint/2010/main" val="2378896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set of n agents choose individual actions, which together are referred to as the joint action. The joint action changes the state of the environment according to the environment dynamics, and the agents receive individual rewards as a result of this change, as well as individual observations about the new environment state. This loop continues until a terminal criterion is satisfied (such as one agent winning a game of chess) or indefinitely.</a:t>
            </a:r>
          </a:p>
        </p:txBody>
      </p:sp>
      <p:sp>
        <p:nvSpPr>
          <p:cNvPr id="4" name="Slide Number Placeholder 3"/>
          <p:cNvSpPr>
            <a:spLocks noGrp="1"/>
          </p:cNvSpPr>
          <p:nvPr>
            <p:ph type="sldNum" sz="quarter" idx="5"/>
          </p:nvPr>
        </p:nvSpPr>
        <p:spPr/>
        <p:txBody>
          <a:bodyPr/>
          <a:lstStyle/>
          <a:p>
            <a:fld id="{C5DEFB56-225E-488E-AAF6-E7E2EA413993}" type="slidenum">
              <a:rPr lang="en-US" smtClean="0"/>
              <a:t>5</a:t>
            </a:fld>
            <a:endParaRPr lang="en-US"/>
          </a:p>
        </p:txBody>
      </p:sp>
    </p:spTree>
    <p:extLst>
      <p:ext uri="{BB962C8B-B14F-4D97-AF65-F5344CB8AC3E}">
        <p14:creationId xmlns:p14="http://schemas.microsoft.com/office/powerpoint/2010/main" val="31034399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Neural Signature of Hierarchical Reinforcement Learning Jose´ J.F. </a:t>
            </a:r>
            <a:r>
              <a:rPr lang="en-US" dirty="0" err="1"/>
              <a:t>Ribas</a:t>
            </a:r>
            <a:r>
              <a:rPr lang="en-US" dirty="0"/>
              <a:t>-Fernandes,  Alec Solway, Carlos </a:t>
            </a:r>
            <a:r>
              <a:rPr lang="en-US" dirty="0" err="1"/>
              <a:t>Diuk</a:t>
            </a:r>
            <a:r>
              <a:rPr lang="en-US" dirty="0"/>
              <a:t>, Joseph T. McGuire, Andrew G. </a:t>
            </a:r>
            <a:r>
              <a:rPr lang="en-US" dirty="0" err="1"/>
              <a:t>Barto</a:t>
            </a:r>
            <a:r>
              <a:rPr lang="en-US" dirty="0"/>
              <a:t>, Yael Niv, and Matthew M. </a:t>
            </a:r>
            <a:r>
              <a:rPr lang="en-US" dirty="0" err="1"/>
              <a:t>Botvinick</a:t>
            </a:r>
            <a:endParaRPr lang="en-US" dirty="0"/>
          </a:p>
          <a:p>
            <a:endParaRPr lang="en-US" dirty="0"/>
          </a:p>
          <a:p>
            <a:r>
              <a:rPr lang="en-US" dirty="0"/>
              <a:t>At t1, a primitive action (a) is selected. Based on the consequent state, an RPE is computed (green arrow from t2 to t1), and used to update the action policy (p) for the preceding state, as well as the value (V) of that state (an estimate of the expected future reward, when starting from that state). At t2 a subroutine (s) is selected and remains active through t5. Until then, primitive actions are selected as dictated by s (lower tier). A PPE (Pseudo-reward Prediction Error) is computed after each (lower green arrows from t5 to t2), and used to update the subroutine-specific action policy (</a:t>
            </a:r>
            <a:r>
              <a:rPr lang="en-US" dirty="0" err="1"/>
              <a:t>ps</a:t>
            </a:r>
            <a:r>
              <a:rPr lang="en-US" dirty="0"/>
              <a:t>) and state values (Vs). These PPEs are computed with respect to pseudo-reward received at the end of the subroutine (yellow asterisk). Once the subgoal state of s is reached, s is terminated. An RPE is computed for the entire subroutine (upper green arrow from t5 to t2), and used to update the value and policy, V and p, associated with the state in which s was initiated. A new action is then selected at the top level, yielding primary reward (red asterisk).</a:t>
            </a:r>
          </a:p>
        </p:txBody>
      </p:sp>
      <p:sp>
        <p:nvSpPr>
          <p:cNvPr id="4" name="Slide Number Placeholder 3"/>
          <p:cNvSpPr>
            <a:spLocks noGrp="1"/>
          </p:cNvSpPr>
          <p:nvPr>
            <p:ph type="sldNum" sz="quarter" idx="5"/>
          </p:nvPr>
        </p:nvSpPr>
        <p:spPr/>
        <p:txBody>
          <a:bodyPr/>
          <a:lstStyle/>
          <a:p>
            <a:fld id="{C5DEFB56-225E-488E-AAF6-E7E2EA413993}" type="slidenum">
              <a:rPr lang="en-US" smtClean="0"/>
              <a:t>6</a:t>
            </a:fld>
            <a:endParaRPr lang="en-US"/>
          </a:p>
        </p:txBody>
      </p:sp>
    </p:spTree>
    <p:extLst>
      <p:ext uri="{BB962C8B-B14F-4D97-AF65-F5344CB8AC3E}">
        <p14:creationId xmlns:p14="http://schemas.microsoft.com/office/powerpoint/2010/main" val="32746069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HFRL, the environment that each agent interacts with is independent of the others, while the state space and action space of different agents are aligned to solve similar problems. </a:t>
            </a:r>
          </a:p>
          <a:p>
            <a:endParaRPr lang="en-US" dirty="0"/>
          </a:p>
          <a:p>
            <a:r>
              <a:rPr lang="en-US" dirty="0"/>
              <a:t>The action of each agent only affects its own environment and results in corresponding rewards. As an agent can hardly explore all states of its environment, multiple agents interacting with their own copy of the environment can accelerate training and improve model performance by sharing experience.</a:t>
            </a:r>
          </a:p>
          <a:p>
            <a:endParaRPr lang="en-US" dirty="0"/>
          </a:p>
          <a:p>
            <a:r>
              <a:rPr lang="en-US" dirty="0"/>
              <a:t>Therefore, horizontal agents use server-client model or peer-to-peer model to transmit and exchange the gradients or parameters of their policy models (actors) and/or value function models (critics). </a:t>
            </a:r>
          </a:p>
          <a:p>
            <a:endParaRPr lang="en-US" dirty="0"/>
          </a:p>
          <a:p>
            <a:r>
              <a:rPr lang="en-US" dirty="0"/>
              <a:t>In VFRL, multiple agents interact with the same global environment, but each can only observe limited state information in the scope of its view. Agents can perform different actions depending on the observed environment and receive local reward or even no reward. Based on the actual scenario, there may be some observation overlap between agents. In addition, all agents’ actions affect the global environment dynamics and total rewards</a:t>
            </a:r>
          </a:p>
        </p:txBody>
      </p:sp>
      <p:sp>
        <p:nvSpPr>
          <p:cNvPr id="4" name="Slide Number Placeholder 3"/>
          <p:cNvSpPr>
            <a:spLocks noGrp="1"/>
          </p:cNvSpPr>
          <p:nvPr>
            <p:ph type="sldNum" sz="quarter" idx="5"/>
          </p:nvPr>
        </p:nvSpPr>
        <p:spPr/>
        <p:txBody>
          <a:bodyPr/>
          <a:lstStyle/>
          <a:p>
            <a:fld id="{C5DEFB56-225E-488E-AAF6-E7E2EA413993}" type="slidenum">
              <a:rPr lang="en-US" smtClean="0"/>
              <a:t>7</a:t>
            </a:fld>
            <a:endParaRPr lang="en-US"/>
          </a:p>
        </p:txBody>
      </p:sp>
    </p:spTree>
    <p:extLst>
      <p:ext uri="{BB962C8B-B14F-4D97-AF65-F5344CB8AC3E}">
        <p14:creationId xmlns:p14="http://schemas.microsoft.com/office/powerpoint/2010/main" val="23371623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0CD59F-02AD-9F31-BA09-4A92EE4724A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1830032-DD97-19A3-7D88-43961E3F728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FB4BC08-1C25-CB4E-1926-3195C708D598}"/>
              </a:ext>
            </a:extLst>
          </p:cNvPr>
          <p:cNvSpPr>
            <a:spLocks noGrp="1"/>
          </p:cNvSpPr>
          <p:nvPr>
            <p:ph type="dt" sz="half" idx="10"/>
          </p:nvPr>
        </p:nvSpPr>
        <p:spPr/>
        <p:txBody>
          <a:bodyPr/>
          <a:lstStyle/>
          <a:p>
            <a:fld id="{D1F3A469-BB27-44E9-A81F-145B1E81533F}" type="datetimeFigureOut">
              <a:rPr lang="en-US" smtClean="0"/>
              <a:t>2/6/2026</a:t>
            </a:fld>
            <a:endParaRPr lang="en-US"/>
          </a:p>
        </p:txBody>
      </p:sp>
      <p:sp>
        <p:nvSpPr>
          <p:cNvPr id="5" name="Footer Placeholder 4">
            <a:extLst>
              <a:ext uri="{FF2B5EF4-FFF2-40B4-BE49-F238E27FC236}">
                <a16:creationId xmlns:a16="http://schemas.microsoft.com/office/drawing/2014/main" id="{9601FF62-4C59-8424-85F7-F2A2E6C067F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88C3CB-5993-0142-E6F1-8FBDB94359EF}"/>
              </a:ext>
            </a:extLst>
          </p:cNvPr>
          <p:cNvSpPr>
            <a:spLocks noGrp="1"/>
          </p:cNvSpPr>
          <p:nvPr>
            <p:ph type="sldNum" sz="quarter" idx="12"/>
          </p:nvPr>
        </p:nvSpPr>
        <p:spPr/>
        <p:txBody>
          <a:bodyPr/>
          <a:lstStyle/>
          <a:p>
            <a:fld id="{12F29104-3E2B-4295-9B2A-B7B646871061}" type="slidenum">
              <a:rPr lang="en-US" smtClean="0"/>
              <a:t>‹#›</a:t>
            </a:fld>
            <a:endParaRPr lang="en-US"/>
          </a:p>
        </p:txBody>
      </p:sp>
    </p:spTree>
    <p:extLst>
      <p:ext uri="{BB962C8B-B14F-4D97-AF65-F5344CB8AC3E}">
        <p14:creationId xmlns:p14="http://schemas.microsoft.com/office/powerpoint/2010/main" val="33690533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DD45E-5BC1-6D4A-0A8F-9B91086285B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784051B-A6E5-77BE-A0C0-84A2935B2FA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7239FD-728B-FA72-B0E5-565FE534973E}"/>
              </a:ext>
            </a:extLst>
          </p:cNvPr>
          <p:cNvSpPr>
            <a:spLocks noGrp="1"/>
          </p:cNvSpPr>
          <p:nvPr>
            <p:ph type="dt" sz="half" idx="10"/>
          </p:nvPr>
        </p:nvSpPr>
        <p:spPr/>
        <p:txBody>
          <a:bodyPr/>
          <a:lstStyle/>
          <a:p>
            <a:fld id="{D1F3A469-BB27-44E9-A81F-145B1E81533F}" type="datetimeFigureOut">
              <a:rPr lang="en-US" smtClean="0"/>
              <a:t>2/6/2026</a:t>
            </a:fld>
            <a:endParaRPr lang="en-US"/>
          </a:p>
        </p:txBody>
      </p:sp>
      <p:sp>
        <p:nvSpPr>
          <p:cNvPr id="5" name="Footer Placeholder 4">
            <a:extLst>
              <a:ext uri="{FF2B5EF4-FFF2-40B4-BE49-F238E27FC236}">
                <a16:creationId xmlns:a16="http://schemas.microsoft.com/office/drawing/2014/main" id="{1D60CAF9-8D9F-4711-03C9-BF9274D57A7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4B4CB3B-F133-43C7-0011-6174ABE0E7AB}"/>
              </a:ext>
            </a:extLst>
          </p:cNvPr>
          <p:cNvSpPr>
            <a:spLocks noGrp="1"/>
          </p:cNvSpPr>
          <p:nvPr>
            <p:ph type="sldNum" sz="quarter" idx="12"/>
          </p:nvPr>
        </p:nvSpPr>
        <p:spPr/>
        <p:txBody>
          <a:bodyPr/>
          <a:lstStyle/>
          <a:p>
            <a:fld id="{12F29104-3E2B-4295-9B2A-B7B646871061}" type="slidenum">
              <a:rPr lang="en-US" smtClean="0"/>
              <a:t>‹#›</a:t>
            </a:fld>
            <a:endParaRPr lang="en-US"/>
          </a:p>
        </p:txBody>
      </p:sp>
    </p:spTree>
    <p:extLst>
      <p:ext uri="{BB962C8B-B14F-4D97-AF65-F5344CB8AC3E}">
        <p14:creationId xmlns:p14="http://schemas.microsoft.com/office/powerpoint/2010/main" val="22769444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74044E-BB5D-4296-FBFD-03E4484ECC7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F207C75-D47F-2E06-B898-0D075C6B0DB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523F6A3-CB0D-F759-C30B-DB6810965CDE}"/>
              </a:ext>
            </a:extLst>
          </p:cNvPr>
          <p:cNvSpPr>
            <a:spLocks noGrp="1"/>
          </p:cNvSpPr>
          <p:nvPr>
            <p:ph type="dt" sz="half" idx="10"/>
          </p:nvPr>
        </p:nvSpPr>
        <p:spPr/>
        <p:txBody>
          <a:bodyPr/>
          <a:lstStyle/>
          <a:p>
            <a:fld id="{D1F3A469-BB27-44E9-A81F-145B1E81533F}" type="datetimeFigureOut">
              <a:rPr lang="en-US" smtClean="0"/>
              <a:t>2/6/2026</a:t>
            </a:fld>
            <a:endParaRPr lang="en-US"/>
          </a:p>
        </p:txBody>
      </p:sp>
      <p:sp>
        <p:nvSpPr>
          <p:cNvPr id="5" name="Footer Placeholder 4">
            <a:extLst>
              <a:ext uri="{FF2B5EF4-FFF2-40B4-BE49-F238E27FC236}">
                <a16:creationId xmlns:a16="http://schemas.microsoft.com/office/drawing/2014/main" id="{660D177C-C67A-7AA2-4F68-5780B7213F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C10172F-2FAA-2EB7-5711-46ED3D226B55}"/>
              </a:ext>
            </a:extLst>
          </p:cNvPr>
          <p:cNvSpPr>
            <a:spLocks noGrp="1"/>
          </p:cNvSpPr>
          <p:nvPr>
            <p:ph type="sldNum" sz="quarter" idx="12"/>
          </p:nvPr>
        </p:nvSpPr>
        <p:spPr/>
        <p:txBody>
          <a:bodyPr/>
          <a:lstStyle/>
          <a:p>
            <a:fld id="{12F29104-3E2B-4295-9B2A-B7B646871061}" type="slidenum">
              <a:rPr lang="en-US" smtClean="0"/>
              <a:t>‹#›</a:t>
            </a:fld>
            <a:endParaRPr lang="en-US"/>
          </a:p>
        </p:txBody>
      </p:sp>
    </p:spTree>
    <p:extLst>
      <p:ext uri="{BB962C8B-B14F-4D97-AF65-F5344CB8AC3E}">
        <p14:creationId xmlns:p14="http://schemas.microsoft.com/office/powerpoint/2010/main" val="6213210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6C07EA-6C3D-7FA7-0146-BFAACC3AE5A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D1F4C38-9A67-EBCC-C1F2-874DD9A07A8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7F8CA62-B6FD-B9B5-6DC8-C427CE3CE42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E3381CC-00C5-E7EA-1B66-1807954DBA92}"/>
              </a:ext>
            </a:extLst>
          </p:cNvPr>
          <p:cNvSpPr>
            <a:spLocks noGrp="1"/>
          </p:cNvSpPr>
          <p:nvPr>
            <p:ph type="dt" sz="half" idx="10"/>
          </p:nvPr>
        </p:nvSpPr>
        <p:spPr/>
        <p:txBody>
          <a:bodyPr/>
          <a:lstStyle/>
          <a:p>
            <a:fld id="{D1F3A469-BB27-44E9-A81F-145B1E81533F}" type="datetimeFigureOut">
              <a:rPr lang="en-US" smtClean="0"/>
              <a:t>2/6/2026</a:t>
            </a:fld>
            <a:endParaRPr lang="en-US"/>
          </a:p>
        </p:txBody>
      </p:sp>
      <p:sp>
        <p:nvSpPr>
          <p:cNvPr id="6" name="Footer Placeholder 5">
            <a:extLst>
              <a:ext uri="{FF2B5EF4-FFF2-40B4-BE49-F238E27FC236}">
                <a16:creationId xmlns:a16="http://schemas.microsoft.com/office/drawing/2014/main" id="{66A8F033-5D46-1CB9-0953-13F36163686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52A1BCE-7FE6-1B39-4452-CB4460F728C8}"/>
              </a:ext>
            </a:extLst>
          </p:cNvPr>
          <p:cNvSpPr>
            <a:spLocks noGrp="1"/>
          </p:cNvSpPr>
          <p:nvPr>
            <p:ph type="sldNum" sz="quarter" idx="12"/>
          </p:nvPr>
        </p:nvSpPr>
        <p:spPr/>
        <p:txBody>
          <a:bodyPr/>
          <a:lstStyle/>
          <a:p>
            <a:fld id="{12F29104-3E2B-4295-9B2A-B7B646871061}" type="slidenum">
              <a:rPr lang="en-US" smtClean="0"/>
              <a:t>‹#›</a:t>
            </a:fld>
            <a:endParaRPr lang="en-US"/>
          </a:p>
        </p:txBody>
      </p:sp>
    </p:spTree>
    <p:extLst>
      <p:ext uri="{BB962C8B-B14F-4D97-AF65-F5344CB8AC3E}">
        <p14:creationId xmlns:p14="http://schemas.microsoft.com/office/powerpoint/2010/main" val="17371831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04A8E1-0AD2-F49D-89FE-802F54C25EA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E583ABB-FD37-5E36-376E-BCE447C1932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EE24BDD-C1F6-758C-4F1E-A4E6499E24E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126D065-DAF5-251A-EEFC-5486CDB74A5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DD358DD-3FBF-45E0-A108-45055A0139C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14979F9-1B86-5E61-DADE-B20EEE84ACAE}"/>
              </a:ext>
            </a:extLst>
          </p:cNvPr>
          <p:cNvSpPr>
            <a:spLocks noGrp="1"/>
          </p:cNvSpPr>
          <p:nvPr>
            <p:ph type="dt" sz="half" idx="10"/>
          </p:nvPr>
        </p:nvSpPr>
        <p:spPr/>
        <p:txBody>
          <a:bodyPr/>
          <a:lstStyle/>
          <a:p>
            <a:fld id="{D1F3A469-BB27-44E9-A81F-145B1E81533F}" type="datetimeFigureOut">
              <a:rPr lang="en-US" smtClean="0"/>
              <a:t>2/6/2026</a:t>
            </a:fld>
            <a:endParaRPr lang="en-US"/>
          </a:p>
        </p:txBody>
      </p:sp>
      <p:sp>
        <p:nvSpPr>
          <p:cNvPr id="8" name="Footer Placeholder 7">
            <a:extLst>
              <a:ext uri="{FF2B5EF4-FFF2-40B4-BE49-F238E27FC236}">
                <a16:creationId xmlns:a16="http://schemas.microsoft.com/office/drawing/2014/main" id="{B7BEE3B2-544C-678E-3A8F-87946351EBE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C9ADF09-0D05-10CF-84D0-65BDE596ECA9}"/>
              </a:ext>
            </a:extLst>
          </p:cNvPr>
          <p:cNvSpPr>
            <a:spLocks noGrp="1"/>
          </p:cNvSpPr>
          <p:nvPr>
            <p:ph type="sldNum" sz="quarter" idx="12"/>
          </p:nvPr>
        </p:nvSpPr>
        <p:spPr/>
        <p:txBody>
          <a:bodyPr/>
          <a:lstStyle/>
          <a:p>
            <a:fld id="{12F29104-3E2B-4295-9B2A-B7B646871061}" type="slidenum">
              <a:rPr lang="en-US" smtClean="0"/>
              <a:t>‹#›</a:t>
            </a:fld>
            <a:endParaRPr lang="en-US"/>
          </a:p>
        </p:txBody>
      </p:sp>
    </p:spTree>
    <p:extLst>
      <p:ext uri="{BB962C8B-B14F-4D97-AF65-F5344CB8AC3E}">
        <p14:creationId xmlns:p14="http://schemas.microsoft.com/office/powerpoint/2010/main" val="34005674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94EBAC-A75A-21A0-55BF-FC669B000DE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A03C56A-1205-769B-2252-0C808A4CBAA7}"/>
              </a:ext>
            </a:extLst>
          </p:cNvPr>
          <p:cNvSpPr>
            <a:spLocks noGrp="1"/>
          </p:cNvSpPr>
          <p:nvPr>
            <p:ph type="dt" sz="half" idx="10"/>
          </p:nvPr>
        </p:nvSpPr>
        <p:spPr/>
        <p:txBody>
          <a:bodyPr/>
          <a:lstStyle/>
          <a:p>
            <a:fld id="{D1F3A469-BB27-44E9-A81F-145B1E81533F}" type="datetimeFigureOut">
              <a:rPr lang="en-US" smtClean="0"/>
              <a:t>2/6/2026</a:t>
            </a:fld>
            <a:endParaRPr lang="en-US"/>
          </a:p>
        </p:txBody>
      </p:sp>
      <p:sp>
        <p:nvSpPr>
          <p:cNvPr id="4" name="Footer Placeholder 3">
            <a:extLst>
              <a:ext uri="{FF2B5EF4-FFF2-40B4-BE49-F238E27FC236}">
                <a16:creationId xmlns:a16="http://schemas.microsoft.com/office/drawing/2014/main" id="{3D30046E-5AD1-EA01-3379-E424EC4ED26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669F4F3-2915-9715-E294-EDC24FA02B06}"/>
              </a:ext>
            </a:extLst>
          </p:cNvPr>
          <p:cNvSpPr>
            <a:spLocks noGrp="1"/>
          </p:cNvSpPr>
          <p:nvPr>
            <p:ph type="sldNum" sz="quarter" idx="12"/>
          </p:nvPr>
        </p:nvSpPr>
        <p:spPr/>
        <p:txBody>
          <a:bodyPr/>
          <a:lstStyle/>
          <a:p>
            <a:fld id="{12F29104-3E2B-4295-9B2A-B7B646871061}" type="slidenum">
              <a:rPr lang="en-US" smtClean="0"/>
              <a:t>‹#›</a:t>
            </a:fld>
            <a:endParaRPr lang="en-US"/>
          </a:p>
        </p:txBody>
      </p:sp>
    </p:spTree>
    <p:extLst>
      <p:ext uri="{BB962C8B-B14F-4D97-AF65-F5344CB8AC3E}">
        <p14:creationId xmlns:p14="http://schemas.microsoft.com/office/powerpoint/2010/main" val="19370095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74932F0-367A-9A5A-8AA2-48D8C9826388}"/>
              </a:ext>
            </a:extLst>
          </p:cNvPr>
          <p:cNvSpPr>
            <a:spLocks noGrp="1"/>
          </p:cNvSpPr>
          <p:nvPr>
            <p:ph type="dt" sz="half" idx="10"/>
          </p:nvPr>
        </p:nvSpPr>
        <p:spPr/>
        <p:txBody>
          <a:bodyPr/>
          <a:lstStyle/>
          <a:p>
            <a:fld id="{D1F3A469-BB27-44E9-A81F-145B1E81533F}" type="datetimeFigureOut">
              <a:rPr lang="en-US" smtClean="0"/>
              <a:t>2/6/2026</a:t>
            </a:fld>
            <a:endParaRPr lang="en-US"/>
          </a:p>
        </p:txBody>
      </p:sp>
      <p:sp>
        <p:nvSpPr>
          <p:cNvPr id="3" name="Footer Placeholder 2">
            <a:extLst>
              <a:ext uri="{FF2B5EF4-FFF2-40B4-BE49-F238E27FC236}">
                <a16:creationId xmlns:a16="http://schemas.microsoft.com/office/drawing/2014/main" id="{D11F69CB-254D-D008-FB49-6F070165802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11F81A4-A231-B0E4-42F1-63F4AA368B84}"/>
              </a:ext>
            </a:extLst>
          </p:cNvPr>
          <p:cNvSpPr>
            <a:spLocks noGrp="1"/>
          </p:cNvSpPr>
          <p:nvPr>
            <p:ph type="sldNum" sz="quarter" idx="12"/>
          </p:nvPr>
        </p:nvSpPr>
        <p:spPr/>
        <p:txBody>
          <a:bodyPr/>
          <a:lstStyle/>
          <a:p>
            <a:fld id="{12F29104-3E2B-4295-9B2A-B7B646871061}" type="slidenum">
              <a:rPr lang="en-US" smtClean="0"/>
              <a:t>‹#›</a:t>
            </a:fld>
            <a:endParaRPr lang="en-US"/>
          </a:p>
        </p:txBody>
      </p:sp>
    </p:spTree>
    <p:extLst>
      <p:ext uri="{BB962C8B-B14F-4D97-AF65-F5344CB8AC3E}">
        <p14:creationId xmlns:p14="http://schemas.microsoft.com/office/powerpoint/2010/main" val="7483197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1F3A6-7BBA-D9A5-F750-33882348D66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C6EA366-8294-3E6D-B32D-FFFA29FAB42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7BA059B-658C-AF67-1587-E839FFDC41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FA55CC7-A14E-15F7-2606-4982E6BB51F4}"/>
              </a:ext>
            </a:extLst>
          </p:cNvPr>
          <p:cNvSpPr>
            <a:spLocks noGrp="1"/>
          </p:cNvSpPr>
          <p:nvPr>
            <p:ph type="dt" sz="half" idx="10"/>
          </p:nvPr>
        </p:nvSpPr>
        <p:spPr/>
        <p:txBody>
          <a:bodyPr/>
          <a:lstStyle/>
          <a:p>
            <a:fld id="{D1F3A469-BB27-44E9-A81F-145B1E81533F}" type="datetimeFigureOut">
              <a:rPr lang="en-US" smtClean="0"/>
              <a:t>2/6/2026</a:t>
            </a:fld>
            <a:endParaRPr lang="en-US"/>
          </a:p>
        </p:txBody>
      </p:sp>
      <p:sp>
        <p:nvSpPr>
          <p:cNvPr id="6" name="Footer Placeholder 5">
            <a:extLst>
              <a:ext uri="{FF2B5EF4-FFF2-40B4-BE49-F238E27FC236}">
                <a16:creationId xmlns:a16="http://schemas.microsoft.com/office/drawing/2014/main" id="{38D0C4C3-280E-B03B-2B23-07A93E95B8D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75F3314-3A6F-7F45-7C7B-B8AB63607C01}"/>
              </a:ext>
            </a:extLst>
          </p:cNvPr>
          <p:cNvSpPr>
            <a:spLocks noGrp="1"/>
          </p:cNvSpPr>
          <p:nvPr>
            <p:ph type="sldNum" sz="quarter" idx="12"/>
          </p:nvPr>
        </p:nvSpPr>
        <p:spPr/>
        <p:txBody>
          <a:bodyPr/>
          <a:lstStyle/>
          <a:p>
            <a:fld id="{12F29104-3E2B-4295-9B2A-B7B646871061}" type="slidenum">
              <a:rPr lang="en-US" smtClean="0"/>
              <a:t>‹#›</a:t>
            </a:fld>
            <a:endParaRPr lang="en-US"/>
          </a:p>
        </p:txBody>
      </p:sp>
    </p:spTree>
    <p:extLst>
      <p:ext uri="{BB962C8B-B14F-4D97-AF65-F5344CB8AC3E}">
        <p14:creationId xmlns:p14="http://schemas.microsoft.com/office/powerpoint/2010/main" val="9686085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F2940-3F50-D9E6-DEA0-318197D5496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CCA821B-B604-9D61-E485-A70376FF382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F96D931-F575-599C-F399-5A376C29A8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90BEE41-F5EB-3231-D5A7-5CD06118AE84}"/>
              </a:ext>
            </a:extLst>
          </p:cNvPr>
          <p:cNvSpPr>
            <a:spLocks noGrp="1"/>
          </p:cNvSpPr>
          <p:nvPr>
            <p:ph type="dt" sz="half" idx="10"/>
          </p:nvPr>
        </p:nvSpPr>
        <p:spPr/>
        <p:txBody>
          <a:bodyPr/>
          <a:lstStyle/>
          <a:p>
            <a:fld id="{D1F3A469-BB27-44E9-A81F-145B1E81533F}" type="datetimeFigureOut">
              <a:rPr lang="en-US" smtClean="0"/>
              <a:t>2/6/2026</a:t>
            </a:fld>
            <a:endParaRPr lang="en-US"/>
          </a:p>
        </p:txBody>
      </p:sp>
      <p:sp>
        <p:nvSpPr>
          <p:cNvPr id="6" name="Footer Placeholder 5">
            <a:extLst>
              <a:ext uri="{FF2B5EF4-FFF2-40B4-BE49-F238E27FC236}">
                <a16:creationId xmlns:a16="http://schemas.microsoft.com/office/drawing/2014/main" id="{5E1DE463-3AE9-0820-51EF-D85D8FAC83A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196DA57-A790-A3AD-C198-3D3363573B13}"/>
              </a:ext>
            </a:extLst>
          </p:cNvPr>
          <p:cNvSpPr>
            <a:spLocks noGrp="1"/>
          </p:cNvSpPr>
          <p:nvPr>
            <p:ph type="sldNum" sz="quarter" idx="12"/>
          </p:nvPr>
        </p:nvSpPr>
        <p:spPr/>
        <p:txBody>
          <a:bodyPr/>
          <a:lstStyle/>
          <a:p>
            <a:fld id="{12F29104-3E2B-4295-9B2A-B7B646871061}" type="slidenum">
              <a:rPr lang="en-US" smtClean="0"/>
              <a:t>‹#›</a:t>
            </a:fld>
            <a:endParaRPr lang="en-US"/>
          </a:p>
        </p:txBody>
      </p:sp>
    </p:spTree>
    <p:extLst>
      <p:ext uri="{BB962C8B-B14F-4D97-AF65-F5344CB8AC3E}">
        <p14:creationId xmlns:p14="http://schemas.microsoft.com/office/powerpoint/2010/main" val="6083826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88040D-5DD6-99DD-4440-D3CD81BD8A0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5E61E8E-B6AA-4526-0B40-97DFF699241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46BC119-B09C-1EA7-A390-F9B6D3C2FC08}"/>
              </a:ext>
            </a:extLst>
          </p:cNvPr>
          <p:cNvSpPr>
            <a:spLocks noGrp="1"/>
          </p:cNvSpPr>
          <p:nvPr>
            <p:ph type="dt" sz="half" idx="10"/>
          </p:nvPr>
        </p:nvSpPr>
        <p:spPr/>
        <p:txBody>
          <a:bodyPr/>
          <a:lstStyle/>
          <a:p>
            <a:fld id="{D1F3A469-BB27-44E9-A81F-145B1E81533F}" type="datetimeFigureOut">
              <a:rPr lang="en-US" smtClean="0"/>
              <a:t>2/6/2026</a:t>
            </a:fld>
            <a:endParaRPr lang="en-US"/>
          </a:p>
        </p:txBody>
      </p:sp>
      <p:sp>
        <p:nvSpPr>
          <p:cNvPr id="5" name="Footer Placeholder 4">
            <a:extLst>
              <a:ext uri="{FF2B5EF4-FFF2-40B4-BE49-F238E27FC236}">
                <a16:creationId xmlns:a16="http://schemas.microsoft.com/office/drawing/2014/main" id="{7D137947-29E1-2EDD-0C67-50CA49A5C5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14FA6C5-63A0-C806-633E-16B5651C2AF0}"/>
              </a:ext>
            </a:extLst>
          </p:cNvPr>
          <p:cNvSpPr>
            <a:spLocks noGrp="1"/>
          </p:cNvSpPr>
          <p:nvPr>
            <p:ph type="sldNum" sz="quarter" idx="12"/>
          </p:nvPr>
        </p:nvSpPr>
        <p:spPr/>
        <p:txBody>
          <a:bodyPr/>
          <a:lstStyle/>
          <a:p>
            <a:fld id="{12F29104-3E2B-4295-9B2A-B7B646871061}" type="slidenum">
              <a:rPr lang="en-US" smtClean="0"/>
              <a:t>‹#›</a:t>
            </a:fld>
            <a:endParaRPr lang="en-US"/>
          </a:p>
        </p:txBody>
      </p:sp>
    </p:spTree>
    <p:extLst>
      <p:ext uri="{BB962C8B-B14F-4D97-AF65-F5344CB8AC3E}">
        <p14:creationId xmlns:p14="http://schemas.microsoft.com/office/powerpoint/2010/main" val="9872276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AB29291-953B-7371-156E-C056B5EF4D9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1BB2459-49A6-32DD-151C-5ABD2820CEF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5B35014-F3B9-8D48-3E21-3120AC167317}"/>
              </a:ext>
            </a:extLst>
          </p:cNvPr>
          <p:cNvSpPr>
            <a:spLocks noGrp="1"/>
          </p:cNvSpPr>
          <p:nvPr>
            <p:ph type="dt" sz="half" idx="10"/>
          </p:nvPr>
        </p:nvSpPr>
        <p:spPr/>
        <p:txBody>
          <a:bodyPr/>
          <a:lstStyle/>
          <a:p>
            <a:fld id="{D1F3A469-BB27-44E9-A81F-145B1E81533F}" type="datetimeFigureOut">
              <a:rPr lang="en-US" smtClean="0"/>
              <a:t>2/6/2026</a:t>
            </a:fld>
            <a:endParaRPr lang="en-US"/>
          </a:p>
        </p:txBody>
      </p:sp>
      <p:sp>
        <p:nvSpPr>
          <p:cNvPr id="5" name="Footer Placeholder 4">
            <a:extLst>
              <a:ext uri="{FF2B5EF4-FFF2-40B4-BE49-F238E27FC236}">
                <a16:creationId xmlns:a16="http://schemas.microsoft.com/office/drawing/2014/main" id="{30CE00FF-8281-CC6C-19E9-747E3051DE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C0B2417-3FE9-2939-771D-7EDB405A82D5}"/>
              </a:ext>
            </a:extLst>
          </p:cNvPr>
          <p:cNvSpPr>
            <a:spLocks noGrp="1"/>
          </p:cNvSpPr>
          <p:nvPr>
            <p:ph type="sldNum" sz="quarter" idx="12"/>
          </p:nvPr>
        </p:nvSpPr>
        <p:spPr/>
        <p:txBody>
          <a:bodyPr/>
          <a:lstStyle/>
          <a:p>
            <a:fld id="{12F29104-3E2B-4295-9B2A-B7B646871061}" type="slidenum">
              <a:rPr lang="en-US" smtClean="0"/>
              <a:t>‹#›</a:t>
            </a:fld>
            <a:endParaRPr lang="en-US"/>
          </a:p>
        </p:txBody>
      </p:sp>
    </p:spTree>
    <p:extLst>
      <p:ext uri="{BB962C8B-B14F-4D97-AF65-F5344CB8AC3E}">
        <p14:creationId xmlns:p14="http://schemas.microsoft.com/office/powerpoint/2010/main" val="25786483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A733343-4031-16B9-6B57-0C9199D06D58}"/>
              </a:ext>
            </a:extLst>
          </p:cNvPr>
          <p:cNvSpPr>
            <a:spLocks noGrp="1"/>
          </p:cNvSpPr>
          <p:nvPr>
            <p:ph type="title"/>
          </p:nvPr>
        </p:nvSpPr>
        <p:spPr>
          <a:xfrm>
            <a:off x="838200" y="365125"/>
            <a:ext cx="10515600" cy="1325563"/>
          </a:xfrm>
          <a:prstGeom prst="rect">
            <a:avLst/>
          </a:prstGeom>
          <a:solidFill>
            <a:schemeClr val="accent3">
              <a:lumMod val="20000"/>
              <a:lumOff val="80000"/>
            </a:schemeClr>
          </a:solidFill>
          <a:ln w="12700">
            <a:solidFill>
              <a:schemeClr val="tx1"/>
            </a:solidFill>
          </a:ln>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636DB799-5B57-EA90-5B8D-3FEB4651D38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84455C1-09D3-CFB2-C79A-5EAD22AE2CD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1F3A469-BB27-44E9-A81F-145B1E81533F}" type="datetimeFigureOut">
              <a:rPr lang="en-US" smtClean="0"/>
              <a:t>2/6/2026</a:t>
            </a:fld>
            <a:endParaRPr lang="en-US"/>
          </a:p>
        </p:txBody>
      </p:sp>
      <p:sp>
        <p:nvSpPr>
          <p:cNvPr id="5" name="Footer Placeholder 4">
            <a:extLst>
              <a:ext uri="{FF2B5EF4-FFF2-40B4-BE49-F238E27FC236}">
                <a16:creationId xmlns:a16="http://schemas.microsoft.com/office/drawing/2014/main" id="{DD0DC153-5A88-86BF-D356-DBB5407BCE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B042293-3F9C-8869-4BC8-A17157E97AA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2F29104-3E2B-4295-9B2A-B7B646871061}" type="slidenum">
              <a:rPr lang="en-US" smtClean="0"/>
              <a:t>‹#›</a:t>
            </a:fld>
            <a:endParaRPr lang="en-US"/>
          </a:p>
        </p:txBody>
      </p:sp>
    </p:spTree>
    <p:extLst>
      <p:ext uri="{BB962C8B-B14F-4D97-AF65-F5344CB8AC3E}">
        <p14:creationId xmlns:p14="http://schemas.microsoft.com/office/powerpoint/2010/main" val="41911187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92332E-DB13-C609-F249-07F6B422A2B5}"/>
              </a:ext>
            </a:extLst>
          </p:cNvPr>
          <p:cNvSpPr>
            <a:spLocks noGrp="1"/>
          </p:cNvSpPr>
          <p:nvPr>
            <p:ph type="ctrTitle"/>
          </p:nvPr>
        </p:nvSpPr>
        <p:spPr>
          <a:xfrm>
            <a:off x="522090" y="786448"/>
            <a:ext cx="4613300" cy="3163224"/>
          </a:xfrm>
        </p:spPr>
        <p:txBody>
          <a:bodyPr anchor="t">
            <a:normAutofit/>
          </a:bodyPr>
          <a:lstStyle/>
          <a:p>
            <a:pPr algn="l"/>
            <a:r>
              <a:rPr lang="en-US" sz="4400" b="1" dirty="0">
                <a:effectLst/>
                <a:latin typeface="Calibri" panose="020F0502020204030204" pitchFamily="34" charset="0"/>
                <a:ea typeface="Calibri" panose="020F0502020204030204" pitchFamily="34" charset="0"/>
                <a:cs typeface="Times New Roman" panose="02020603050405020304" pitchFamily="18" charset="0"/>
              </a:rPr>
              <a:t>Reinforcement Learning-based Re-tasking </a:t>
            </a:r>
            <a:endParaRPr lang="en-US" sz="4400" dirty="0"/>
          </a:p>
        </p:txBody>
      </p:sp>
      <p:sp>
        <p:nvSpPr>
          <p:cNvPr id="3" name="Subtitle 2">
            <a:extLst>
              <a:ext uri="{FF2B5EF4-FFF2-40B4-BE49-F238E27FC236}">
                <a16:creationId xmlns:a16="http://schemas.microsoft.com/office/drawing/2014/main" id="{A07BAA91-FE7A-FF15-46FF-7F9339ED0F9B}"/>
              </a:ext>
            </a:extLst>
          </p:cNvPr>
          <p:cNvSpPr>
            <a:spLocks noGrp="1"/>
          </p:cNvSpPr>
          <p:nvPr>
            <p:ph type="subTitle" idx="1"/>
          </p:nvPr>
        </p:nvSpPr>
        <p:spPr>
          <a:xfrm>
            <a:off x="982638" y="4389120"/>
            <a:ext cx="4408228" cy="1192815"/>
          </a:xfrm>
        </p:spPr>
        <p:txBody>
          <a:bodyPr anchor="b">
            <a:normAutofit/>
          </a:bodyPr>
          <a:lstStyle/>
          <a:p>
            <a:pPr algn="l"/>
            <a:r>
              <a:rPr lang="en-US" sz="2000" dirty="0"/>
              <a:t>D. Josyula</a:t>
            </a:r>
          </a:p>
          <a:p>
            <a:pPr algn="l"/>
            <a:r>
              <a:rPr lang="en-US" sz="2000" dirty="0"/>
              <a:t>Department of Computer Science</a:t>
            </a:r>
          </a:p>
          <a:p>
            <a:pPr algn="l"/>
            <a:r>
              <a:rPr lang="en-US" sz="2000" dirty="0"/>
              <a:t>Bowie State University</a:t>
            </a:r>
          </a:p>
        </p:txBody>
      </p:sp>
      <p:pic>
        <p:nvPicPr>
          <p:cNvPr id="1026" name="Picture 2" descr="Logo Usage | Bowie State">
            <a:extLst>
              <a:ext uri="{FF2B5EF4-FFF2-40B4-BE49-F238E27FC236}">
                <a16:creationId xmlns:a16="http://schemas.microsoft.com/office/drawing/2014/main" id="{6887F870-19C9-D9C1-E9E7-F0555C892C9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550" r="4334" b="1"/>
          <a:stretch/>
        </p:blipFill>
        <p:spPr bwMode="auto">
          <a:xfrm>
            <a:off x="6096000" y="1012536"/>
            <a:ext cx="4756162" cy="4756162"/>
          </a:xfrm>
          <a:custGeom>
            <a:avLst/>
            <a:gdLst/>
            <a:ahLst/>
            <a:cxnLst/>
            <a:rect l="l" t="t" r="r" b="b"/>
            <a:pathLst>
              <a:path w="5031136" h="5031136">
                <a:moveTo>
                  <a:pt x="2515568" y="0"/>
                </a:moveTo>
                <a:cubicBezTo>
                  <a:pt x="3904878" y="0"/>
                  <a:pt x="5031136" y="1126258"/>
                  <a:pt x="5031136" y="2515568"/>
                </a:cubicBezTo>
                <a:cubicBezTo>
                  <a:pt x="5031136" y="3904878"/>
                  <a:pt x="3904878" y="5031136"/>
                  <a:pt x="2515568" y="5031136"/>
                </a:cubicBezTo>
                <a:cubicBezTo>
                  <a:pt x="1126258" y="5031136"/>
                  <a:pt x="0" y="3904878"/>
                  <a:pt x="0" y="2515568"/>
                </a:cubicBezTo>
                <a:cubicBezTo>
                  <a:pt x="0" y="1126258"/>
                  <a:pt x="1126258" y="0"/>
                  <a:pt x="2515568" y="0"/>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308452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E465129-2296-219E-4F73-53B138119072}"/>
              </a:ext>
            </a:extLst>
          </p:cNvPr>
          <p:cNvSpPr>
            <a:spLocks noGrp="1"/>
          </p:cNvSpPr>
          <p:nvPr>
            <p:ph type="title"/>
          </p:nvPr>
        </p:nvSpPr>
        <p:spPr>
          <a:xfrm>
            <a:off x="1285240" y="1050595"/>
            <a:ext cx="8074815" cy="1618489"/>
          </a:xfrm>
        </p:spPr>
        <p:txBody>
          <a:bodyPr anchor="ctr">
            <a:normAutofit/>
          </a:bodyPr>
          <a:lstStyle/>
          <a:p>
            <a:r>
              <a:rPr lang="en-US" sz="7200"/>
              <a:t>D. Josyula – Brief</a:t>
            </a:r>
            <a:r>
              <a:rPr lang="en-US" sz="7200" baseline="0"/>
              <a:t> Bio </a:t>
            </a:r>
            <a:endParaRPr lang="en-US" sz="7200"/>
          </a:p>
        </p:txBody>
      </p:sp>
      <p:sp>
        <p:nvSpPr>
          <p:cNvPr id="3" name="Content Placeholder 2">
            <a:extLst>
              <a:ext uri="{FF2B5EF4-FFF2-40B4-BE49-F238E27FC236}">
                <a16:creationId xmlns:a16="http://schemas.microsoft.com/office/drawing/2014/main" id="{8D6C1B3A-E559-38E9-8248-0436A4B1A4A6}"/>
              </a:ext>
            </a:extLst>
          </p:cNvPr>
          <p:cNvSpPr>
            <a:spLocks noGrp="1"/>
          </p:cNvSpPr>
          <p:nvPr>
            <p:ph idx="1"/>
          </p:nvPr>
        </p:nvSpPr>
        <p:spPr>
          <a:xfrm>
            <a:off x="1285240" y="2969469"/>
            <a:ext cx="8074815" cy="2800395"/>
          </a:xfrm>
        </p:spPr>
        <p:txBody>
          <a:bodyPr anchor="t">
            <a:normAutofit lnSpcReduction="10000"/>
          </a:bodyPr>
          <a:lstStyle/>
          <a:p>
            <a:pPr lvl="1"/>
            <a:r>
              <a:rPr lang="en-US" sz="1700" dirty="0"/>
              <a:t>Primary</a:t>
            </a:r>
            <a:r>
              <a:rPr lang="en-US" sz="1700" baseline="0" dirty="0"/>
              <a:t> research area – Self correcting/</a:t>
            </a:r>
            <a:r>
              <a:rPr lang="en-US" sz="1700" dirty="0"/>
              <a:t> </a:t>
            </a:r>
            <a:r>
              <a:rPr lang="en-US" sz="1700" baseline="0" dirty="0"/>
              <a:t>Self- adaptive autonomous systems</a:t>
            </a:r>
          </a:p>
          <a:p>
            <a:pPr lvl="1"/>
            <a:r>
              <a:rPr lang="en-US" sz="1700" baseline="0" dirty="0"/>
              <a:t>BSU Autonomous Technologies Lab (</a:t>
            </a:r>
            <a:r>
              <a:rPr lang="en-US" sz="1700" baseline="0" dirty="0" err="1"/>
              <a:t>BSU@Lab</a:t>
            </a:r>
            <a:r>
              <a:rPr lang="en-US" sz="1700" baseline="0" dirty="0"/>
              <a:t>)</a:t>
            </a:r>
          </a:p>
          <a:p>
            <a:pPr lvl="1"/>
            <a:r>
              <a:rPr lang="en-US" sz="1700" baseline="0" dirty="0"/>
              <a:t>Ongoing research:</a:t>
            </a:r>
          </a:p>
          <a:p>
            <a:pPr lvl="2"/>
            <a:r>
              <a:rPr lang="en-US" sz="1700" baseline="0" dirty="0"/>
              <a:t>Learning framework for Acoustic data classification, anomaly detection and autonomous adaptation</a:t>
            </a:r>
          </a:p>
          <a:p>
            <a:pPr lvl="3"/>
            <a:r>
              <a:rPr lang="en-US" sz="1700" baseline="0" dirty="0"/>
              <a:t>Novelty detection, computing in </a:t>
            </a:r>
            <a:r>
              <a:rPr lang="en-US" sz="1700" baseline="0" dirty="0" err="1"/>
              <a:t>SWaP</a:t>
            </a:r>
            <a:r>
              <a:rPr lang="en-US" sz="1700" baseline="0" dirty="0"/>
              <a:t> constrained edge devices, contested environments </a:t>
            </a:r>
          </a:p>
          <a:p>
            <a:pPr lvl="2"/>
            <a:r>
              <a:rPr lang="en-US" sz="1700" baseline="0" dirty="0"/>
              <a:t>Perturbation tolerance in collaborative target search </a:t>
            </a:r>
          </a:p>
          <a:p>
            <a:pPr lvl="3"/>
            <a:r>
              <a:rPr lang="en-US" sz="1700" dirty="0"/>
              <a:t>Conflicting</a:t>
            </a:r>
            <a:r>
              <a:rPr lang="en-US" sz="1700" baseline="0" dirty="0"/>
              <a:t> information, theory of mind, expectation violations, limited communication</a:t>
            </a:r>
            <a:endParaRPr lang="en-US" sz="1700" dirty="0"/>
          </a:p>
        </p:txBody>
      </p:sp>
    </p:spTree>
    <p:extLst>
      <p:ext uri="{BB962C8B-B14F-4D97-AF65-F5344CB8AC3E}">
        <p14:creationId xmlns:p14="http://schemas.microsoft.com/office/powerpoint/2010/main" val="11065102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223472-BEE8-2FC1-646C-BD69CAAE9D0D}"/>
              </a:ext>
            </a:extLst>
          </p:cNvPr>
          <p:cNvSpPr>
            <a:spLocks noGrp="1"/>
          </p:cNvSpPr>
          <p:nvPr>
            <p:ph type="title"/>
          </p:nvPr>
        </p:nvSpPr>
        <p:spPr/>
        <p:txBody>
          <a:bodyPr/>
          <a:lstStyle/>
          <a:p>
            <a:r>
              <a:rPr lang="en-US" dirty="0"/>
              <a:t>D. Josyula – Dissertations supervised</a:t>
            </a:r>
          </a:p>
        </p:txBody>
      </p:sp>
      <p:graphicFrame>
        <p:nvGraphicFramePr>
          <p:cNvPr id="11" name="Content Placeholder 2">
            <a:extLst>
              <a:ext uri="{FF2B5EF4-FFF2-40B4-BE49-F238E27FC236}">
                <a16:creationId xmlns:a16="http://schemas.microsoft.com/office/drawing/2014/main" id="{3C8907FB-00F5-301C-F514-5D67E353D863}"/>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732411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652699-318F-6035-D9E7-EBA98517613E}"/>
              </a:ext>
            </a:extLst>
          </p:cNvPr>
          <p:cNvSpPr>
            <a:spLocks noGrp="1"/>
          </p:cNvSpPr>
          <p:nvPr>
            <p:ph type="title"/>
          </p:nvPr>
        </p:nvSpPr>
        <p:spPr/>
        <p:txBody>
          <a:bodyPr/>
          <a:lstStyle/>
          <a:p>
            <a:r>
              <a:rPr lang="en-US" dirty="0"/>
              <a:t>Deep RL for CoA Re-evaluation</a:t>
            </a:r>
          </a:p>
        </p:txBody>
      </p:sp>
      <p:pic>
        <p:nvPicPr>
          <p:cNvPr id="4" name="Content Placeholder 3">
            <a:extLst>
              <a:ext uri="{FF2B5EF4-FFF2-40B4-BE49-F238E27FC236}">
                <a16:creationId xmlns:a16="http://schemas.microsoft.com/office/drawing/2014/main" id="{09EDC08D-5811-E3D7-9D76-AD72E705FD1B}"/>
              </a:ext>
            </a:extLst>
          </p:cNvPr>
          <p:cNvPicPr>
            <a:picLocks noGrp="1" noChangeAspect="1"/>
          </p:cNvPicPr>
          <p:nvPr>
            <p:ph idx="1"/>
          </p:nvPr>
        </p:nvPicPr>
        <p:blipFill>
          <a:blip r:embed="rId3"/>
          <a:stretch>
            <a:fillRect/>
          </a:stretch>
        </p:blipFill>
        <p:spPr>
          <a:xfrm>
            <a:off x="838200" y="1965379"/>
            <a:ext cx="10515600" cy="4071830"/>
          </a:xfrm>
          <a:prstGeom prst="rect">
            <a:avLst/>
          </a:prstGeom>
        </p:spPr>
      </p:pic>
    </p:spTree>
    <p:extLst>
      <p:ext uri="{BB962C8B-B14F-4D97-AF65-F5344CB8AC3E}">
        <p14:creationId xmlns:p14="http://schemas.microsoft.com/office/powerpoint/2010/main" val="4359975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552330-BEBB-0CBE-553C-42AE56FBC854}"/>
              </a:ext>
            </a:extLst>
          </p:cNvPr>
          <p:cNvSpPr>
            <a:spLocks noGrp="1"/>
          </p:cNvSpPr>
          <p:nvPr>
            <p:ph type="title"/>
          </p:nvPr>
        </p:nvSpPr>
        <p:spPr/>
        <p:txBody>
          <a:bodyPr/>
          <a:lstStyle/>
          <a:p>
            <a:r>
              <a:rPr lang="en-US" dirty="0"/>
              <a:t>Multi-agent RL for Agent Re-tasking</a:t>
            </a:r>
          </a:p>
        </p:txBody>
      </p:sp>
      <p:sp>
        <p:nvSpPr>
          <p:cNvPr id="3" name="Content Placeholder 2">
            <a:extLst>
              <a:ext uri="{FF2B5EF4-FFF2-40B4-BE49-F238E27FC236}">
                <a16:creationId xmlns:a16="http://schemas.microsoft.com/office/drawing/2014/main" id="{1733AA13-43D7-075D-7009-0D5462745550}"/>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10269B48-E404-22E8-4485-B42F979030C9}"/>
              </a:ext>
            </a:extLst>
          </p:cNvPr>
          <p:cNvPicPr>
            <a:picLocks noChangeAspect="1"/>
          </p:cNvPicPr>
          <p:nvPr/>
        </p:nvPicPr>
        <p:blipFill>
          <a:blip r:embed="rId3"/>
          <a:stretch>
            <a:fillRect/>
          </a:stretch>
        </p:blipFill>
        <p:spPr>
          <a:xfrm>
            <a:off x="838200" y="1825625"/>
            <a:ext cx="10866120" cy="4351338"/>
          </a:xfrm>
          <a:prstGeom prst="rect">
            <a:avLst/>
          </a:prstGeom>
        </p:spPr>
      </p:pic>
    </p:spTree>
    <p:extLst>
      <p:ext uri="{BB962C8B-B14F-4D97-AF65-F5344CB8AC3E}">
        <p14:creationId xmlns:p14="http://schemas.microsoft.com/office/powerpoint/2010/main" val="26268870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395394-43B3-C0C7-39F8-E9F39C2A5F0A}"/>
              </a:ext>
            </a:extLst>
          </p:cNvPr>
          <p:cNvSpPr>
            <a:spLocks noGrp="1"/>
          </p:cNvSpPr>
          <p:nvPr>
            <p:ph type="title"/>
          </p:nvPr>
        </p:nvSpPr>
        <p:spPr/>
        <p:txBody>
          <a:bodyPr/>
          <a:lstStyle/>
          <a:p>
            <a:r>
              <a:rPr lang="en-US" dirty="0"/>
              <a:t>Hierarchical Reinforcement Learning</a:t>
            </a:r>
          </a:p>
        </p:txBody>
      </p:sp>
      <p:pic>
        <p:nvPicPr>
          <p:cNvPr id="5" name="Content Placeholder 4">
            <a:extLst>
              <a:ext uri="{FF2B5EF4-FFF2-40B4-BE49-F238E27FC236}">
                <a16:creationId xmlns:a16="http://schemas.microsoft.com/office/drawing/2014/main" id="{F89C966F-4E05-51DC-93B4-F10E609F9753}"/>
              </a:ext>
            </a:extLst>
          </p:cNvPr>
          <p:cNvPicPr>
            <a:picLocks noGrp="1" noChangeAspect="1"/>
          </p:cNvPicPr>
          <p:nvPr>
            <p:ph idx="1"/>
          </p:nvPr>
        </p:nvPicPr>
        <p:blipFill>
          <a:blip r:embed="rId3"/>
          <a:stretch>
            <a:fillRect/>
          </a:stretch>
        </p:blipFill>
        <p:spPr>
          <a:xfrm>
            <a:off x="1352550" y="1905000"/>
            <a:ext cx="9486900" cy="4472144"/>
          </a:xfrm>
        </p:spPr>
      </p:pic>
    </p:spTree>
    <p:extLst>
      <p:ext uri="{BB962C8B-B14F-4D97-AF65-F5344CB8AC3E}">
        <p14:creationId xmlns:p14="http://schemas.microsoft.com/office/powerpoint/2010/main" val="29728778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98AA32-873B-00C6-9400-26AE3D94BE01}"/>
              </a:ext>
            </a:extLst>
          </p:cNvPr>
          <p:cNvSpPr>
            <a:spLocks noGrp="1"/>
          </p:cNvSpPr>
          <p:nvPr>
            <p:ph type="title"/>
          </p:nvPr>
        </p:nvSpPr>
        <p:spPr/>
        <p:txBody>
          <a:bodyPr/>
          <a:lstStyle/>
          <a:p>
            <a:r>
              <a:rPr lang="en-US" dirty="0"/>
              <a:t>Federated Reinforcement Learning</a:t>
            </a:r>
          </a:p>
        </p:txBody>
      </p:sp>
      <p:pic>
        <p:nvPicPr>
          <p:cNvPr id="5" name="Content Placeholder 4">
            <a:extLst>
              <a:ext uri="{FF2B5EF4-FFF2-40B4-BE49-F238E27FC236}">
                <a16:creationId xmlns:a16="http://schemas.microsoft.com/office/drawing/2014/main" id="{0EB20924-CFFD-2259-9D6E-3AFFABB6E513}"/>
              </a:ext>
            </a:extLst>
          </p:cNvPr>
          <p:cNvPicPr>
            <a:picLocks noGrp="1" noChangeAspect="1"/>
          </p:cNvPicPr>
          <p:nvPr>
            <p:ph idx="1"/>
          </p:nvPr>
        </p:nvPicPr>
        <p:blipFill>
          <a:blip r:embed="rId3"/>
          <a:stretch>
            <a:fillRect/>
          </a:stretch>
        </p:blipFill>
        <p:spPr>
          <a:xfrm>
            <a:off x="838200" y="1825625"/>
            <a:ext cx="10687050" cy="4351338"/>
          </a:xfrm>
        </p:spPr>
      </p:pic>
    </p:spTree>
    <p:extLst>
      <p:ext uri="{BB962C8B-B14F-4D97-AF65-F5344CB8AC3E}">
        <p14:creationId xmlns:p14="http://schemas.microsoft.com/office/powerpoint/2010/main" val="42067095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f1f48886-8ab4-434e-a9b3-cd8e7a09548c">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405FF519A91B5C46A26D8B5B3D9CFDC6" ma:contentTypeVersion="10" ma:contentTypeDescription="Create a new document." ma:contentTypeScope="" ma:versionID="1342e6bf5916c00346ccd566a255d6cc">
  <xsd:schema xmlns:xsd="http://www.w3.org/2001/XMLSchema" xmlns:xs="http://www.w3.org/2001/XMLSchema" xmlns:p="http://schemas.microsoft.com/office/2006/metadata/properties" xmlns:ns2="f1f48886-8ab4-434e-a9b3-cd8e7a09548c" targetNamespace="http://schemas.microsoft.com/office/2006/metadata/properties" ma:root="true" ma:fieldsID="53c5f5d63dcc5d193fddfc06ca195340" ns2:_="">
    <xsd:import namespace="f1f48886-8ab4-434e-a9b3-cd8e7a09548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2:MediaServiceOCR" minOccurs="0"/>
                <xsd:element ref="ns2:MediaServiceGenerationTime" minOccurs="0"/>
                <xsd:element ref="ns2:MediaServiceEventHashCod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1f48886-8ab4-434e-a9b3-cd8e7a09548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7f62e40f-5705-426e-ac59-75bd761855af"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BillingMetadata" ma:index="17"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F0B8500-685F-48F2-A856-20D6A0C2CFA4}">
  <ds:schemaRefs>
    <ds:schemaRef ds:uri="http://schemas.microsoft.com/sharepoint/v3/contenttype/forms"/>
  </ds:schemaRefs>
</ds:datastoreItem>
</file>

<file path=customXml/itemProps2.xml><?xml version="1.0" encoding="utf-8"?>
<ds:datastoreItem xmlns:ds="http://schemas.openxmlformats.org/officeDocument/2006/customXml" ds:itemID="{162ACAE4-A5C1-48F2-9EF8-99D1EEE11BD8}">
  <ds:schemaRefs>
    <ds:schemaRef ds:uri="http://schemas.microsoft.com/office/2006/metadata/properties"/>
    <ds:schemaRef ds:uri="http://schemas.microsoft.com/office/infopath/2007/PartnerControls"/>
    <ds:schemaRef ds:uri="f1f48886-8ab4-434e-a9b3-cd8e7a09548c"/>
  </ds:schemaRefs>
</ds:datastoreItem>
</file>

<file path=customXml/itemProps3.xml><?xml version="1.0" encoding="utf-8"?>
<ds:datastoreItem xmlns:ds="http://schemas.openxmlformats.org/officeDocument/2006/customXml" ds:itemID="{B91550FD-2BEF-4B64-993E-98187EC3EB4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1f48886-8ab4-434e-a9b3-cd8e7a09548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288</TotalTime>
  <Words>896</Words>
  <Application>Microsoft Office PowerPoint</Application>
  <PresentationFormat>Widescreen</PresentationFormat>
  <Paragraphs>52</Paragraphs>
  <Slides>7</Slides>
  <Notes>5</Notes>
  <HiddenSlides>0</HiddenSlides>
  <MMClips>0</MMClip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Office Theme</vt:lpstr>
      <vt:lpstr>Reinforcement Learning-based Re-tasking </vt:lpstr>
      <vt:lpstr>D. Josyula – Brief Bio </vt:lpstr>
      <vt:lpstr>D. Josyula – Dissertations supervised</vt:lpstr>
      <vt:lpstr>Deep RL for CoA Re-evaluation</vt:lpstr>
      <vt:lpstr>Multi-agent RL for Agent Re-tasking</vt:lpstr>
      <vt:lpstr>Hierarchical Reinforcement Learning</vt:lpstr>
      <vt:lpstr>Federated Reinforcement Learning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MDP based Satellite Task Scheduling</dc:title>
  <dc:creator>Darsana Josyula</dc:creator>
  <cp:lastModifiedBy>Darsana Josyula</cp:lastModifiedBy>
  <cp:revision>82</cp:revision>
  <dcterms:created xsi:type="dcterms:W3CDTF">2023-12-07T00:24:04Z</dcterms:created>
  <dcterms:modified xsi:type="dcterms:W3CDTF">2026-02-06T23:23:23Z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0x010100405FF519A91B5C46A26D8B5B3D9CFDC6</vt:lpwstr>
  </property>
  <property fmtid="{D5CDD505-2E9C-101B-9397-08002B2CF9AE}" pid="4" name="_SourceUrl">
    <vt:lpwstr/>
  </property>
  <property fmtid="{D5CDD505-2E9C-101B-9397-08002B2CF9AE}" pid="5" name="_SharedFileIndex">
    <vt:lpwstr/>
  </property>
  <property fmtid="{D5CDD505-2E9C-101B-9397-08002B2CF9AE}" pid="6" name="ComplianceAssetId">
    <vt:lpwstr/>
  </property>
  <property fmtid="{D5CDD505-2E9C-101B-9397-08002B2CF9AE}" pid="7" name="_ExtendedDescription">
    <vt:lpwstr/>
  </property>
  <property fmtid="{D5CDD505-2E9C-101B-9397-08002B2CF9AE}" pid="8" name="TriggerFlowInfo">
    <vt:lpwstr/>
  </property>
</Properties>
</file>